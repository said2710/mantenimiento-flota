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fad65df4d747bb" /><Relationship Type="http://schemas.openxmlformats.org/officeDocument/2006/relationships/extended-properties" Target="/docProps/app.xml" Id="R367a571bdcc84815" /><Relationship Type="http://schemas.openxmlformats.org/officeDocument/2006/relationships/officeDocument" Target="/ppt/presentation.xml" Id="R0bcdc2217f204698" /></Relationships>
</file>

<file path=ppt/presentation.xml><?xml version="1.0" encoding="utf-8"?>
<p:presentation xmlns:p="http://schemas.openxmlformats.org/presentationml/2006/main">
  <p:sldMasterIdLst>
    <p:sldMasterId xmlns:r="http://schemas.openxmlformats.org/officeDocument/2006/relationships" id="2147483648" r:id="R9da99b2fc00a476a"/>
  </p:sldMasterIdLst>
  <p:notesMasterIdLst>
    <p:notesMasterId xmlns:r="http://schemas.openxmlformats.org/officeDocument/2006/relationships" r:id="Ra1534ed059934998"/>
  </p:notesMasterIdLst>
  <p:sldIdLst>
    <p:sldId xmlns:r="http://schemas.openxmlformats.org/officeDocument/2006/relationships" id="256" r:id="Ra3599980e3c94291"/>
    <p:sldId xmlns:r="http://schemas.openxmlformats.org/officeDocument/2006/relationships" id="257" r:id="R06aad93afc0a41da"/>
    <p:sldId xmlns:r="http://schemas.openxmlformats.org/officeDocument/2006/relationships" id="258" r:id="Rf76c57f7ee6f4461"/>
    <p:sldId xmlns:r="http://schemas.openxmlformats.org/officeDocument/2006/relationships" id="259" r:id="Re9068928ac764cf2"/>
    <p:sldId xmlns:r="http://schemas.openxmlformats.org/officeDocument/2006/relationships" id="260" r:id="R5672eb7909324b36"/>
    <p:sldId xmlns:r="http://schemas.openxmlformats.org/officeDocument/2006/relationships" id="261" r:id="Rad72c032df944866"/>
    <p:sldId xmlns:r="http://schemas.openxmlformats.org/officeDocument/2006/relationships" id="262" r:id="Re8bcc7efb7a54b8d"/>
    <p:sldId xmlns:r="http://schemas.openxmlformats.org/officeDocument/2006/relationships" id="263" r:id="R07648228b8474253"/>
    <p:sldId xmlns:r="http://schemas.openxmlformats.org/officeDocument/2006/relationships" id="264" r:id="Rb5c49bdd0e6a4d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e75e844fd14563" /><Relationship Type="http://schemas.openxmlformats.org/officeDocument/2006/relationships/slideMaster" Target="/ppt/slideMasters/slideMaster1.xml" Id="R9da99b2fc00a476a" /><Relationship Type="http://schemas.openxmlformats.org/officeDocument/2006/relationships/notesMaster" Target="/ppt/notesMasters/notesMaster1.xml" Id="Ra1534ed059934998" /><Relationship Type="http://schemas.openxmlformats.org/officeDocument/2006/relationships/presProps" Target="/ppt/presProps.xml" Id="R5f3b6aba1ae84c0a" /><Relationship Type="http://schemas.openxmlformats.org/officeDocument/2006/relationships/tableStyles" Target="/ppt/tableStyles.xml" Id="R879e6e9979224ad7" /><Relationship Type="http://schemas.openxmlformats.org/officeDocument/2006/relationships/slide" Target="/ppt/slides/slide1.xml" Id="Ra3599980e3c94291" /><Relationship Type="http://schemas.openxmlformats.org/officeDocument/2006/relationships/slide" Target="/ppt/slides/slide2.xml" Id="R06aad93afc0a41da" /><Relationship Type="http://schemas.openxmlformats.org/officeDocument/2006/relationships/slide" Target="/ppt/slides/slide3.xml" Id="Rf76c57f7ee6f4461" /><Relationship Type="http://schemas.openxmlformats.org/officeDocument/2006/relationships/slide" Target="/ppt/slides/slide4.xml" Id="Re9068928ac764cf2" /><Relationship Type="http://schemas.openxmlformats.org/officeDocument/2006/relationships/slide" Target="/ppt/slides/slide5.xml" Id="R5672eb7909324b36" /><Relationship Type="http://schemas.openxmlformats.org/officeDocument/2006/relationships/slide" Target="/ppt/slides/slide6.xml" Id="Rad72c032df944866" /><Relationship Type="http://schemas.openxmlformats.org/officeDocument/2006/relationships/slide" Target="/ppt/slides/slide7.xml" Id="Re8bcc7efb7a54b8d" /><Relationship Type="http://schemas.openxmlformats.org/officeDocument/2006/relationships/slide" Target="/ppt/slides/slide8.xml" Id="R07648228b8474253" /><Relationship Type="http://schemas.openxmlformats.org/officeDocument/2006/relationships/slide" Target="/ppt/slides/slide9.xml" Id="Rb5c49bdd0e6a4d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0f6857867145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15f98470884022" /><Relationship Type="http://schemas.openxmlformats.org/officeDocument/2006/relationships/notesMaster" Target="/ppt/notesMasters/notesMaster1.xml" Id="R01fb1c250aff4d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d547755c914823" /><Relationship Type="http://schemas.openxmlformats.org/officeDocument/2006/relationships/notesMaster" Target="/ppt/notesMasters/notesMaster1.xml" Id="Rd365fb469f1448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8b31cb8a254d93" /><Relationship Type="http://schemas.openxmlformats.org/officeDocument/2006/relationships/notesMaster" Target="/ppt/notesMasters/notesMaster1.xml" Id="Rba528fc5a2df48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4052efc9af41e3" /><Relationship Type="http://schemas.openxmlformats.org/officeDocument/2006/relationships/notesMaster" Target="/ppt/notesMasters/notesMaster1.xml" Id="R9bce8862147c48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4a32ed65f04239" /><Relationship Type="http://schemas.openxmlformats.org/officeDocument/2006/relationships/notesMaster" Target="/ppt/notesMasters/notesMaster1.xml" Id="Rc9cbcb342edb47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e8dbbfdba64cee" /><Relationship Type="http://schemas.openxmlformats.org/officeDocument/2006/relationships/notesMaster" Target="/ppt/notesMasters/notesMaster1.xml" Id="R64f712715a1942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50f2039e504af1" /><Relationship Type="http://schemas.openxmlformats.org/officeDocument/2006/relationships/notesMaster" Target="/ppt/notesMasters/notesMaster1.xml" Id="R953ada1b41e443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b75220b74e45ae" /><Relationship Type="http://schemas.openxmlformats.org/officeDocument/2006/relationships/notesMaster" Target="/ppt/notesMasters/notesMaster1.xml" Id="R461ef74eacd442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cd99b674ce4466" /><Relationship Type="http://schemas.openxmlformats.org/officeDocument/2006/relationships/notesMaster" Target="/ppt/notesMasters/notesMaster1.xml" Id="Ra3e0c732fb6b41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Presentar el objetivo: completar el flujo de servicios y ventas definido para la semana 10. El rediseño integral de la interfaz queda para una etapa posterior.</a:t>
            </a:r>
          </a:p>
          <a:p xmlns:a="http://schemas.openxmlformats.org/drawingml/2006/main">
            <a:r>
              <a:t/>
            </a:r>
          </a:p>
          <a:p xmlns:a="http://schemas.openxmlformats.org/drawingml/2006/main">
            <a:r>
              <a:t>Fuente de alcance: hoja 13.1 Etapas del desarrollo de la solución informática, etapa 6 / semana 10. https://docs.google.com/spreadsheets/d/10qrJ8XlCKiOZsO33ZCLStNh80o-tglcywShk59G8Vuw/edit?pli=1&amp;gid=0#gid=0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que el proyecto llega a etapa 6 de la hoja: semana 10. Las etapas anteriores proporcionan login, conexión, roles, catálogos y patrón Repository. La siguiente etapa de la hoja es reportes con ECharts y exportación, correspondiente a semana 11.</a:t>
            </a:r>
          </a:p>
          <a:p xmlns:a="http://schemas.openxmlformats.org/drawingml/2006/main">
            <a:r>
              <a:t/>
            </a:r>
          </a:p>
          <a:p xmlns:a="http://schemas.openxmlformats.org/drawingml/2006/main">
            <a:r>
              <a:t>Fuente de alcance: hoja 13.1 Etapas del desarrollo de la solución informática, etapa 6 / semana 10. https://docs.google.com/spreadsheets/d/10qrJ8XlCKiOZsO33ZCLStNh80o-tglcywShk59G8Vuw/edit?pli=1&amp;gid=0#gid=0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Recorrer la cadena desde la solicitud de pedido (SOLPED) hasta el documento. Factura y boleta son alternativas; la guía se puede asociar cuando aplica. Una anulación marca el estado y mantiene las filas para auditoría.</a:t>
            </a:r>
          </a:p>
          <a:p xmlns:a="http://schemas.openxmlformats.org/drawingml/2006/main">
            <a:r>
              <a:t/>
            </a:r>
          </a:p>
          <a:p xmlns:a="http://schemas.openxmlformats.org/drawingml/2006/main">
            <a:r>
              <a:t>Fuente de alcance: hoja 13.1 Etapas del desarrollo de la solución informática, etapa 6 / semana 10. https://docs.google.com/spreadsheets/d/10qrJ8XlCKiOZsO33ZCLStNh80o-tglcywShk59G8Vuw/edit?pli=1&amp;gid=0#gid=0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que las tablas encabezado y detalle permiten registrar más de un servicio en una solicitud o venta. Las tablas existentes de clientes, vehículos, usuarios y ventas se conectan con las tablas añadidas por la migración de semana 10.</a:t>
            </a:r>
          </a:p>
          <a:p xmlns:a="http://schemas.openxmlformats.org/drawingml/2006/main">
            <a:r>
              <a:t/>
            </a:r>
          </a:p>
          <a:p xmlns:a="http://schemas.openxmlformats.org/drawingml/2006/main">
            <a:r>
              <a:t>Fuente de alcance: hoja 13.1 Etapas del desarrollo de la solución informática, etapa 6 / semana 10. https://docs.google.com/spreadsheets/d/10qrJ8XlCKiOZsO33ZCLStNh80o-tglcywShk59G8Vuw/edit?pli=1&amp;gid=0#gid=0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Señalar la contribución del patrón Repository. La JSP presenta y envía datos; los Servlets validan sesión y campos; los contratos definen operaciones; las implementaciones JDBC parametrizan SQL y administran transacciones.</a:t>
            </a:r>
          </a:p>
          <a:p xmlns:a="http://schemas.openxmlformats.org/drawingml/2006/main">
            <a:r>
              <a:t/>
            </a:r>
          </a:p>
          <a:p xmlns:a="http://schemas.openxmlformats.org/drawingml/2006/main">
            <a:r>
              <a:t>Fuente de alcance: hoja 13.1 Etapas del desarrollo de la solución informática, etapa 6 / semana 10. https://docs.google.com/spreadsheets/d/10qrJ8XlCKiOZsO33ZCLStNh80o-tglcywShk59G8Vuw/edit?pli=1&amp;gid=0#gid=0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Resaltar validación de servidor además de campos HTML. El movimiento de datos se agrupa en transacciones para evitar encabezados sin detalle. Los índices únicos ayudan a impedir números documentales duplicados.</a:t>
            </a:r>
          </a:p>
          <a:p xmlns:a="http://schemas.openxmlformats.org/drawingml/2006/main">
            <a:r>
              <a:t/>
            </a:r>
          </a:p>
          <a:p xmlns:a="http://schemas.openxmlformats.org/drawingml/2006/main">
            <a:r>
              <a:t>Fuente de alcance: hoja 13.1 Etapas del desarrollo de la solución informática, etapa 6 / semana 10. https://docs.google.com/spreadsheets/d/10qrJ8XlCKiOZsO33ZCLStNh80o-tglcywShk59G8Vuw/edit?pli=1&amp;gid=0#gid=0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diapositiva describe las operaciones implementadas, no una captura del entorno real. En la demostración, mostrar cada pantalla en vivo una vez que se ejecute la migración SQL y se despliegue esta versión.</a:t>
            </a:r>
          </a:p>
          <a:p xmlns:a="http://schemas.openxmlformats.org/drawingml/2006/main">
            <a:r>
              <a:t/>
            </a:r>
          </a:p>
          <a:p xmlns:a="http://schemas.openxmlformats.org/drawingml/2006/main">
            <a:r>
              <a:t>Fuente de alcance: hoja 13.1 Etapas del desarrollo de la solución informática, etapa 6 / semana 10. https://docs.google.com/spreadsheets/d/10qrJ8XlCKiOZsO33ZCLStNh80o-tglcywShk59G8Vuw/edit?pli=1&amp;gid=0#gid=0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exponer, ejecutar la migración y compilar/desplegar la copia del proyecto. Usar registros de demostración identificables. No emplear números reales de comprobantes fiscales; reservar una serie/numeración de prueba.</a:t>
            </a:r>
          </a:p>
          <a:p xmlns:a="http://schemas.openxmlformats.org/drawingml/2006/main">
            <a:r>
              <a:t/>
            </a:r>
          </a:p>
          <a:p xmlns:a="http://schemas.openxmlformats.org/drawingml/2006/main">
            <a:r>
              <a:t>Fuente de alcance: hoja 13.1 Etapas del desarrollo de la solución informática, etapa 6 / semana 10. https://docs.google.com/spreadsheets/d/10qrJ8XlCKiOZsO33ZCLStNh80o-tglcywShk59G8Vuw/edit?pli=1&amp;gid=0#gid=0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Distinguir que el código y la documentación están completos en esta entrega, mientras que la migración y validación en la cuenta Azure del usuario son pasos locales pendientes. La próxima etapa de la hoja es semana 11. El diseño visual general fue explícitamente pospuesto hasta terminar esta presentación.</a:t>
            </a:r>
          </a:p>
          <a:p xmlns:a="http://schemas.openxmlformats.org/drawingml/2006/main">
            <a:r>
              <a:t/>
            </a:r>
          </a:p>
          <a:p xmlns:a="http://schemas.openxmlformats.org/drawingml/2006/main">
            <a:r>
              <a:t>Fuente de alcance: hoja 13.1 Etapas del desarrollo de la solución informática, etapa 6 / semana 10. https://docs.google.com/spreadsheets/d/10qrJ8XlCKiOZsO33ZCLStNh80o-tglcywShk59G8Vuw/edit?pli=1&amp;gid=0#gid=0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c88533b0804d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17141b8a1f48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06b633c32f4e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9f0bb2b08647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310100295944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8676aec99645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4D2C56-552F-4D02-9B05-5FE32E24680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9BEE777-B72C-4707-9766-C82151B5B54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DEA973C-7DBE-4FE0-8859-142D330A1F5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661243-26CB-440F-9BD5-CC107FB5CE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FBD8F7-6672-4D0F-AC8A-63C7ABC280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A390740-6785-4E6C-B206-F2DCD61E1A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62EC50-34B7-4EEE-8D5D-D795488A781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E2660F-9E9C-40E4-AAA7-B4D1732E28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A6513F-9060-4E77-ADF0-A4B38FEAF8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1C3B47-41D9-427D-83D2-1941B4CC25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9c6e75d3c44cec" /><Relationship Type="http://schemas.openxmlformats.org/officeDocument/2006/relationships/slideLayout" Target="/ppt/slideLayouts/slideLayout1.xml" Id="R6cda5e2c61a849cd" /><Relationship Type="http://schemas.openxmlformats.org/officeDocument/2006/relationships/slideLayout" Target="/ppt/slideLayouts/slideLayout2.xml" Id="R55901d4f89694db0" /><Relationship Type="http://schemas.openxmlformats.org/officeDocument/2006/relationships/slideLayout" Target="/ppt/slideLayouts/slideLayout3.xml" Id="R69a1d1b38ad84d45" /><Relationship Type="http://schemas.openxmlformats.org/officeDocument/2006/relationships/slideLayout" Target="/ppt/slideLayouts/slideLayout4.xml" Id="R88a939a323a7493e" /><Relationship Type="http://schemas.openxmlformats.org/officeDocument/2006/relationships/slideLayout" Target="/ppt/slideLayouts/slideLayout5.xml" Id="R85ca41c4d29a473d" /><Relationship Type="http://schemas.openxmlformats.org/officeDocument/2006/relationships/slideLayout" Target="/ppt/slideLayouts/slideLayout6.xml" Id="R4351f5c1b20847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da5e2c61a849cd"/>
    <p:sldLayoutId xmlns:r="http://schemas.openxmlformats.org/officeDocument/2006/relationships" id="2147483650" r:id="R55901d4f89694db0"/>
    <p:sldLayoutId xmlns:r="http://schemas.openxmlformats.org/officeDocument/2006/relationships" id="2147483651" r:id="R69a1d1b38ad84d45"/>
    <p:sldLayoutId xmlns:r="http://schemas.openxmlformats.org/officeDocument/2006/relationships" id="2147483652" r:id="R88a939a323a7493e"/>
    <p:sldLayoutId xmlns:r="http://schemas.openxmlformats.org/officeDocument/2006/relationships" id="2147483653" r:id="R85ca41c4d29a473d"/>
    <p:sldLayoutId xmlns:r="http://schemas.openxmlformats.org/officeDocument/2006/relationships" id="2147483654" r:id="R4351f5c1b20847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381f3d625f4371" /><Relationship Type="http://schemas.openxmlformats.org/officeDocument/2006/relationships/notesSlide" Target="/ppt/notesSlides/notesSlide1.xml" Id="Rf7a96c5abccd44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ad443568eaf4477" /><Relationship Type="http://schemas.openxmlformats.org/officeDocument/2006/relationships/notesSlide" Target="/ppt/notesSlides/notesSlide2.xml" Id="R4a07cdfb2f5841e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2793435de14a1d" /><Relationship Type="http://schemas.openxmlformats.org/officeDocument/2006/relationships/notesSlide" Target="/ppt/notesSlides/notesSlide3.xml" Id="Rf7fd30ea92fc4e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5601a40e5604233" /><Relationship Type="http://schemas.openxmlformats.org/officeDocument/2006/relationships/notesSlide" Target="/ppt/notesSlides/notesSlide4.xml" Id="R03752cc08f6741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d32adde7224eab" /><Relationship Type="http://schemas.openxmlformats.org/officeDocument/2006/relationships/notesSlide" Target="/ppt/notesSlides/notesSlide5.xml" Id="Rc9ada5571f9241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0ba8c666cc4f49" /><Relationship Type="http://schemas.openxmlformats.org/officeDocument/2006/relationships/notesSlide" Target="/ppt/notesSlides/notesSlide6.xml" Id="R8a736078b4b14d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c7e88b3bd514595" /><Relationship Type="http://schemas.openxmlformats.org/officeDocument/2006/relationships/notesSlide" Target="/ppt/notesSlides/notesSlide7.xml" Id="Rc0d015523a924b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8137d09bda4cba" /><Relationship Type="http://schemas.openxmlformats.org/officeDocument/2006/relationships/notesSlide" Target="/ppt/notesSlides/notesSlide8.xml" Id="R87dd45c1c52742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74bcc510477409e" /><Relationship Type="http://schemas.openxmlformats.org/officeDocument/2006/relationships/notesSlide" Target="/ppt/notesSlides/notesSlide9.xml" Id="Rc5fd19344dfe454a" /></Relationships>
</file>

<file path=ppt/slides/slide1.xml><?xml version="1.0" encoding="utf-8"?>
<p:sld xmlns:p="http://schemas.openxmlformats.org/presentationml/2006/main">
  <p:cSld>
    <p:bg>
      <p:bgPr>
        <a:solidFill xmlns:a="http://schemas.openxmlformats.org/drawingml/2006/main">
          <a:srgbClr val="101A3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BD158CE-3773-44BF-9AD2-F74F38ED03F2}"/>
              </a:ext>
            </a:extLst>
          </p:cNvPr>
          <p:cNvSpPr>
            <a:spLocks xmlns:a="http://schemas.openxmlformats.org/drawingml/2006/main" noGrp="1"/>
          </p:cNvSpPr>
          <p:nvPr/>
        </p:nvSpPr>
        <p:spPr>
          <a:xfrm xmlns:a="http://schemas.openxmlformats.org/drawingml/2006/main">
            <a:off x="8001000" y="714375"/>
            <a:ext cx="4000500" cy="4000500"/>
          </a:xfrm>
          <a:prstGeom xmlns:a="http://schemas.openxmlformats.org/drawingml/2006/main" prst="ellipse">
            <a:avLst/>
          </a:prstGeom>
          <a:solidFill xmlns:a="http://schemas.openxmlformats.org/drawingml/2006/main">
            <a:srgbClr val="1A275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BB91D2-4C1C-4333-8C3F-9290E5600FF0}"/>
              </a:ext>
            </a:extLst>
          </p:cNvPr>
          <p:cNvSpPr>
            <a:spLocks xmlns:a="http://schemas.openxmlformats.org/drawingml/2006/main" noGrp="1"/>
          </p:cNvSpPr>
          <p:nvPr/>
        </p:nvSpPr>
        <p:spPr>
          <a:xfrm xmlns:a="http://schemas.openxmlformats.org/drawingml/2006/main">
            <a:off x="9620250" y="2000250"/>
            <a:ext cx="1809750" cy="1809750"/>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160C81D-97E3-457C-81ED-654F6F661735}"/>
              </a:ext>
            </a:extLst>
          </p:cNvPr>
          <p:cNvSpPr>
            <a:spLocks xmlns:a="http://schemas.openxmlformats.org/drawingml/2006/main" noGrp="1"/>
          </p:cNvSpPr>
          <p:nvPr/>
        </p:nvSpPr>
        <p:spPr>
          <a:xfrm xmlns:a="http://schemas.openxmlformats.org/drawingml/2006/main">
            <a:off x="9001125" y="2571750"/>
            <a:ext cx="1619250"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007B8F-ACC0-48EC-BDE5-4CC92AB0C58F}"/>
              </a:ext>
            </a:extLst>
          </p:cNvPr>
          <p:cNvSpPr>
            <a:spLocks xmlns:a="http://schemas.openxmlformats.org/drawingml/2006/main" noGrp="1"/>
          </p:cNvSpPr>
          <p:nvPr/>
        </p:nvSpPr>
        <p:spPr>
          <a:xfrm xmlns:a="http://schemas.openxmlformats.org/drawingml/2006/main">
            <a:off x="685800" y="8191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FFFFFF"/>
                </a:solidFill>
                <a:latin typeface="Arial"/>
                <a:ea typeface="Arial"/>
                <a:cs typeface="Arial"/>
              </a:defRPr>
            </a:defPPr>
            <a:lvl1pPr algn="l">
              <a:defRPr sz="1800" b="1">
                <a:solidFill>
                  <a:srgbClr val="FFFFFF"/>
                </a:solidFill>
                <a:latin typeface="Arial"/>
                <a:ea typeface="Arial"/>
                <a:cs typeface="Arial"/>
              </a:defRPr>
            </a:lvl1pPr>
            <a:lvl2pPr algn="l">
              <a:defRPr sz="1800" b="1">
                <a:solidFill>
                  <a:srgbClr val="FFFFFF"/>
                </a:solidFill>
                <a:latin typeface="Arial"/>
                <a:ea typeface="Arial"/>
                <a:cs typeface="Arial"/>
              </a:defRPr>
            </a:lvl2pPr>
            <a:lvl3pPr algn="l">
              <a:defRPr sz="1800" b="1">
                <a:solidFill>
                  <a:srgbClr val="FFFFFF"/>
                </a:solidFill>
                <a:latin typeface="Arial"/>
                <a:ea typeface="Arial"/>
                <a:cs typeface="Arial"/>
              </a:defRPr>
            </a:lvl3pPr>
            <a:lvl4pPr algn="l">
              <a:defRPr sz="1800" b="1">
                <a:solidFill>
                  <a:srgbClr val="FFFFFF"/>
                </a:solidFill>
                <a:latin typeface="Arial"/>
                <a:ea typeface="Arial"/>
                <a:cs typeface="Arial"/>
              </a:defRPr>
            </a:lvl4pPr>
            <a:lvl5pPr algn="l">
              <a:defRPr sz="1800" b="1">
                <a:solidFill>
                  <a:srgbClr val="FFFFFF"/>
                </a:solidFill>
                <a:latin typeface="Arial"/>
                <a:ea typeface="Arial"/>
                <a:cs typeface="Arial"/>
              </a:defRPr>
            </a:lvl5pPr>
            <a:lvl6pPr algn="l">
              <a:defRPr sz="1800" b="1">
                <a:solidFill>
                  <a:srgbClr val="FFFFFF"/>
                </a:solidFill>
                <a:latin typeface="Arial"/>
                <a:ea typeface="Arial"/>
                <a:cs typeface="Arial"/>
              </a:defRPr>
            </a:lvl6pPr>
            <a:lvl7pPr algn="l">
              <a:defRPr sz="1800" b="1">
                <a:solidFill>
                  <a:srgbClr val="FFFFFF"/>
                </a:solidFill>
                <a:latin typeface="Arial"/>
                <a:ea typeface="Arial"/>
                <a:cs typeface="Arial"/>
              </a:defRPr>
            </a:lvl7pPr>
            <a:lvl8pPr algn="l">
              <a:defRPr sz="1800" b="1">
                <a:solidFill>
                  <a:srgbClr val="FFFFFF"/>
                </a:solidFill>
                <a:latin typeface="Arial"/>
                <a:ea typeface="Arial"/>
                <a:cs typeface="Arial"/>
              </a:defRPr>
            </a:lvl8pPr>
            <a:lvl9pPr algn="l">
              <a:defRPr sz="1800" b="1">
                <a:solidFill>
                  <a:srgbClr val="FFFFFF"/>
                </a:solidFill>
                <a:latin typeface="Arial"/>
                <a:ea typeface="Arial"/>
                <a:cs typeface="Arial"/>
              </a:defRPr>
            </a:lvl9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FLEETPRO</a:t>
            </a:r>
          </a:p>
        </p:txBody>
      </p:sp>
      <p:sp>
        <p:nvSpPr>
          <p:cNvPr id="5" name="">
            <a:extLst xmlns:a="http://schemas.openxmlformats.org/drawingml/2006/main">
              <a:ext uri="{FF2B5EF4-FFF2-40B4-BE49-F238E27FC236}">
                <a16:creationId xmlns:a16="http://schemas.microsoft.com/office/drawing/2014/main" id="{E2DFD889-A7CA-4180-BFA6-FBBAF9A39C08}"/>
              </a:ext>
            </a:extLst>
          </p:cNvPr>
          <p:cNvSpPr>
            <a:spLocks xmlns:a="http://schemas.openxmlformats.org/drawingml/2006/main" noGrp="1"/>
          </p:cNvSpPr>
          <p:nvPr/>
        </p:nvSpPr>
        <p:spPr>
          <a:xfrm xmlns:a="http://schemas.openxmlformats.org/drawingml/2006/main">
            <a:off x="685800" y="12763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2B1F3"/>
                </a:solidFill>
                <a:latin typeface="Arial"/>
                <a:ea typeface="Arial"/>
                <a:cs typeface="Arial"/>
              </a:defRPr>
            </a:defPPr>
            <a:lvl1pPr algn="l">
              <a:defRPr sz="1125" b="1">
                <a:solidFill>
                  <a:srgbClr val="52B1F3"/>
                </a:solidFill>
                <a:latin typeface="Arial"/>
                <a:ea typeface="Arial"/>
                <a:cs typeface="Arial"/>
              </a:defRPr>
            </a:lvl1pPr>
            <a:lvl2pPr algn="l">
              <a:defRPr sz="1125" b="1">
                <a:solidFill>
                  <a:srgbClr val="52B1F3"/>
                </a:solidFill>
                <a:latin typeface="Arial"/>
                <a:ea typeface="Arial"/>
                <a:cs typeface="Arial"/>
              </a:defRPr>
            </a:lvl2pPr>
            <a:lvl3pPr algn="l">
              <a:defRPr sz="1125" b="1">
                <a:solidFill>
                  <a:srgbClr val="52B1F3"/>
                </a:solidFill>
                <a:latin typeface="Arial"/>
                <a:ea typeface="Arial"/>
                <a:cs typeface="Arial"/>
              </a:defRPr>
            </a:lvl3pPr>
            <a:lvl4pPr algn="l">
              <a:defRPr sz="1125" b="1">
                <a:solidFill>
                  <a:srgbClr val="52B1F3"/>
                </a:solidFill>
                <a:latin typeface="Arial"/>
                <a:ea typeface="Arial"/>
                <a:cs typeface="Arial"/>
              </a:defRPr>
            </a:lvl4pPr>
            <a:lvl5pPr algn="l">
              <a:defRPr sz="1125" b="1">
                <a:solidFill>
                  <a:srgbClr val="52B1F3"/>
                </a:solidFill>
                <a:latin typeface="Arial"/>
                <a:ea typeface="Arial"/>
                <a:cs typeface="Arial"/>
              </a:defRPr>
            </a:lvl5pPr>
            <a:lvl6pPr algn="l">
              <a:defRPr sz="1125" b="1">
                <a:solidFill>
                  <a:srgbClr val="52B1F3"/>
                </a:solidFill>
                <a:latin typeface="Arial"/>
                <a:ea typeface="Arial"/>
                <a:cs typeface="Arial"/>
              </a:defRPr>
            </a:lvl6pPr>
            <a:lvl7pPr algn="l">
              <a:defRPr sz="1125" b="1">
                <a:solidFill>
                  <a:srgbClr val="52B1F3"/>
                </a:solidFill>
                <a:latin typeface="Arial"/>
                <a:ea typeface="Arial"/>
                <a:cs typeface="Arial"/>
              </a:defRPr>
            </a:lvl7pPr>
            <a:lvl8pPr algn="l">
              <a:defRPr sz="1125" b="1">
                <a:solidFill>
                  <a:srgbClr val="52B1F3"/>
                </a:solidFill>
                <a:latin typeface="Arial"/>
                <a:ea typeface="Arial"/>
                <a:cs typeface="Arial"/>
              </a:defRPr>
            </a:lvl8pPr>
            <a:lvl9pPr algn="l">
              <a:defRPr sz="1125" b="1">
                <a:solidFill>
                  <a:srgbClr val="52B1F3"/>
                </a:solidFill>
                <a:latin typeface="Arial"/>
                <a:ea typeface="Arial"/>
                <a:cs typeface="Arial"/>
              </a:defRPr>
            </a:lvl9pPr>
          </a:lstStyle>
          <a:p xmlns:a="http://schemas.openxmlformats.org/drawingml/2006/main">
            <a:pPr algn="l">
              <a:defRPr sz="1125" b="1">
                <a:solidFill>
                  <a:srgbClr val="52B1F3"/>
                </a:solidFill>
                <a:latin typeface="Arial"/>
                <a:ea typeface="Arial"/>
                <a:cs typeface="Arial"/>
              </a:defRPr>
            </a:pPr>
            <a:r>
              <a:rPr sz="1125" b="1">
                <a:solidFill>
                  <a:srgbClr val="52B1F3"/>
                </a:solidFill>
                <a:latin typeface="Arial"/>
                <a:ea typeface="Arial"/>
                <a:cs typeface="Arial"/>
              </a:rPr>
              <a:t>CONTROL &amp; MANTENIMIENTO DE FLOTA</a:t>
            </a:r>
          </a:p>
        </p:txBody>
      </p:sp>
      <p:sp>
        <p:nvSpPr>
          <p:cNvPr id="6" name="">
            <a:extLst xmlns:a="http://schemas.openxmlformats.org/drawingml/2006/main">
              <a:ext uri="{FF2B5EF4-FFF2-40B4-BE49-F238E27FC236}">
                <a16:creationId xmlns:a16="http://schemas.microsoft.com/office/drawing/2014/main" id="{5956EF43-EF34-423D-8855-1A70BED449DF}"/>
              </a:ext>
            </a:extLst>
          </p:cNvPr>
          <p:cNvSpPr>
            <a:spLocks xmlns:a="http://schemas.openxmlformats.org/drawingml/2006/main" noGrp="1"/>
          </p:cNvSpPr>
          <p:nvPr/>
        </p:nvSpPr>
        <p:spPr>
          <a:xfrm xmlns:a="http://schemas.openxmlformats.org/drawingml/2006/main">
            <a:off x="685800" y="2305050"/>
            <a:ext cx="495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Semana 10</a:t>
            </a:r>
          </a:p>
        </p:txBody>
      </p:sp>
      <p:sp>
        <p:nvSpPr>
          <p:cNvPr id="7" name="">
            <a:extLst xmlns:a="http://schemas.openxmlformats.org/drawingml/2006/main">
              <a:ext uri="{FF2B5EF4-FFF2-40B4-BE49-F238E27FC236}">
                <a16:creationId xmlns:a16="http://schemas.microsoft.com/office/drawing/2014/main" id="{2FED2866-60C8-4CAF-A48F-5448884ACAAC}"/>
              </a:ext>
            </a:extLst>
          </p:cNvPr>
          <p:cNvSpPr>
            <a:spLocks xmlns:a="http://schemas.openxmlformats.org/drawingml/2006/main" noGrp="1"/>
          </p:cNvSpPr>
          <p:nvPr/>
        </p:nvSpPr>
        <p:spPr>
          <a:xfrm xmlns:a="http://schemas.openxmlformats.org/drawingml/2006/main">
            <a:off x="685800" y="3114675"/>
            <a:ext cx="619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Proceso de ventas de servicio</a:t>
            </a:r>
          </a:p>
        </p:txBody>
      </p:sp>
      <p:sp>
        <p:nvSpPr>
          <p:cNvPr id="8" name="">
            <a:extLst xmlns:a="http://schemas.openxmlformats.org/drawingml/2006/main">
              <a:ext uri="{FF2B5EF4-FFF2-40B4-BE49-F238E27FC236}">
                <a16:creationId xmlns:a16="http://schemas.microsoft.com/office/drawing/2014/main" id="{63CA058C-640D-490E-8200-A1CEB041C195}"/>
              </a:ext>
            </a:extLst>
          </p:cNvPr>
          <p:cNvSpPr>
            <a:spLocks xmlns:a="http://schemas.openxmlformats.org/drawingml/2006/main" noGrp="1"/>
          </p:cNvSpPr>
          <p:nvPr/>
        </p:nvSpPr>
        <p:spPr>
          <a:xfrm xmlns:a="http://schemas.openxmlformats.org/drawingml/2006/main">
            <a:off x="723900" y="3952875"/>
            <a:ext cx="652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CBD6F2"/>
                </a:solidFill>
                <a:latin typeface="Arial"/>
                <a:ea typeface="Arial"/>
                <a:cs typeface="Arial"/>
              </a:defRPr>
            </a:defPPr>
            <a:lvl1pPr algn="l">
              <a:defRPr sz="1650" b="0">
                <a:solidFill>
                  <a:srgbClr val="CBD6F2"/>
                </a:solidFill>
                <a:latin typeface="Arial"/>
                <a:ea typeface="Arial"/>
                <a:cs typeface="Arial"/>
              </a:defRPr>
            </a:lvl1pPr>
            <a:lvl2pPr algn="l">
              <a:defRPr sz="1650" b="0">
                <a:solidFill>
                  <a:srgbClr val="CBD6F2"/>
                </a:solidFill>
                <a:latin typeface="Arial"/>
                <a:ea typeface="Arial"/>
                <a:cs typeface="Arial"/>
              </a:defRPr>
            </a:lvl2pPr>
            <a:lvl3pPr algn="l">
              <a:defRPr sz="1650" b="0">
                <a:solidFill>
                  <a:srgbClr val="CBD6F2"/>
                </a:solidFill>
                <a:latin typeface="Arial"/>
                <a:ea typeface="Arial"/>
                <a:cs typeface="Arial"/>
              </a:defRPr>
            </a:lvl3pPr>
            <a:lvl4pPr algn="l">
              <a:defRPr sz="1650" b="0">
                <a:solidFill>
                  <a:srgbClr val="CBD6F2"/>
                </a:solidFill>
                <a:latin typeface="Arial"/>
                <a:ea typeface="Arial"/>
                <a:cs typeface="Arial"/>
              </a:defRPr>
            </a:lvl4pPr>
            <a:lvl5pPr algn="l">
              <a:defRPr sz="1650" b="0">
                <a:solidFill>
                  <a:srgbClr val="CBD6F2"/>
                </a:solidFill>
                <a:latin typeface="Arial"/>
                <a:ea typeface="Arial"/>
                <a:cs typeface="Arial"/>
              </a:defRPr>
            </a:lvl5pPr>
            <a:lvl6pPr algn="l">
              <a:defRPr sz="1650" b="0">
                <a:solidFill>
                  <a:srgbClr val="CBD6F2"/>
                </a:solidFill>
                <a:latin typeface="Arial"/>
                <a:ea typeface="Arial"/>
                <a:cs typeface="Arial"/>
              </a:defRPr>
            </a:lvl6pPr>
            <a:lvl7pPr algn="l">
              <a:defRPr sz="1650" b="0">
                <a:solidFill>
                  <a:srgbClr val="CBD6F2"/>
                </a:solidFill>
                <a:latin typeface="Arial"/>
                <a:ea typeface="Arial"/>
                <a:cs typeface="Arial"/>
              </a:defRPr>
            </a:lvl7pPr>
            <a:lvl8pPr algn="l">
              <a:defRPr sz="1650" b="0">
                <a:solidFill>
                  <a:srgbClr val="CBD6F2"/>
                </a:solidFill>
                <a:latin typeface="Arial"/>
                <a:ea typeface="Arial"/>
                <a:cs typeface="Arial"/>
              </a:defRPr>
            </a:lvl8pPr>
            <a:lvl9pPr algn="l">
              <a:defRPr sz="1650" b="0">
                <a:solidFill>
                  <a:srgbClr val="CBD6F2"/>
                </a:solidFill>
                <a:latin typeface="Arial"/>
                <a:ea typeface="Arial"/>
                <a:cs typeface="Arial"/>
              </a:defRPr>
            </a:lvl9pPr>
          </a:lstStyle>
          <a:p xmlns:a="http://schemas.openxmlformats.org/drawingml/2006/main">
            <a:pPr algn="l">
              <a:defRPr sz="1650" b="0">
                <a:solidFill>
                  <a:srgbClr val="CBD6F2"/>
                </a:solidFill>
                <a:latin typeface="Arial"/>
                <a:ea typeface="Arial"/>
                <a:cs typeface="Arial"/>
              </a:defRPr>
            </a:pPr>
            <a:r>
              <a:rPr sz="1650" b="0">
                <a:solidFill>
                  <a:srgbClr val="CBD6F2"/>
                </a:solidFill>
                <a:latin typeface="Arial"/>
                <a:ea typeface="Arial"/>
                <a:cs typeface="Arial"/>
              </a:rPr>
              <a:t>SOLPED  →  Venta  →  Factura, boleta o guía</a:t>
            </a:r>
          </a:p>
        </p:txBody>
      </p:sp>
      <p:sp>
        <p:nvSpPr>
          <p:cNvPr id="9" name="">
            <a:extLst xmlns:a="http://schemas.openxmlformats.org/drawingml/2006/main">
              <a:ext uri="{FF2B5EF4-FFF2-40B4-BE49-F238E27FC236}">
                <a16:creationId xmlns:a16="http://schemas.microsoft.com/office/drawing/2014/main" id="{ABEBFFFE-E83B-48B7-A265-8F3FDF6ABA5B}"/>
              </a:ext>
            </a:extLst>
          </p:cNvPr>
          <p:cNvSpPr>
            <a:spLocks xmlns:a="http://schemas.openxmlformats.org/drawingml/2006/main" noGrp="1"/>
          </p:cNvSpPr>
          <p:nvPr/>
        </p:nvSpPr>
        <p:spPr>
          <a:xfrm xmlns:a="http://schemas.openxmlformats.org/drawingml/2006/main">
            <a:off x="685800" y="5191125"/>
            <a:ext cx="5810250" cy="28575"/>
          </a:xfrm>
          <a:prstGeom xmlns:a="http://schemas.openxmlformats.org/drawingml/2006/main" prst="rect">
            <a:avLst/>
          </a:prstGeom>
          <a:solidFill xmlns:a="http://schemas.openxmlformats.org/drawingml/2006/main">
            <a:srgbClr val="F58A2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55F9B2-EE85-4934-B4EA-1502730B8BFE}"/>
              </a:ext>
            </a:extLst>
          </p:cNvPr>
          <p:cNvSpPr>
            <a:spLocks xmlns:a="http://schemas.openxmlformats.org/drawingml/2006/main" noGrp="1"/>
          </p:cNvSpPr>
          <p:nvPr/>
        </p:nvSpPr>
        <p:spPr>
          <a:xfrm xmlns:a="http://schemas.openxmlformats.org/drawingml/2006/main">
            <a:off x="685800" y="5429250"/>
            <a:ext cx="609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CBD6F2"/>
                </a:solidFill>
                <a:latin typeface="Arial"/>
                <a:ea typeface="Arial"/>
                <a:cs typeface="Arial"/>
              </a:defRPr>
            </a:defPPr>
            <a:lvl1pPr algn="l">
              <a:defRPr sz="1275" b="0">
                <a:solidFill>
                  <a:srgbClr val="CBD6F2"/>
                </a:solidFill>
                <a:latin typeface="Arial"/>
                <a:ea typeface="Arial"/>
                <a:cs typeface="Arial"/>
              </a:defRPr>
            </a:lvl1pPr>
            <a:lvl2pPr algn="l">
              <a:defRPr sz="1275" b="0">
                <a:solidFill>
                  <a:srgbClr val="CBD6F2"/>
                </a:solidFill>
                <a:latin typeface="Arial"/>
                <a:ea typeface="Arial"/>
                <a:cs typeface="Arial"/>
              </a:defRPr>
            </a:lvl2pPr>
            <a:lvl3pPr algn="l">
              <a:defRPr sz="1275" b="0">
                <a:solidFill>
                  <a:srgbClr val="CBD6F2"/>
                </a:solidFill>
                <a:latin typeface="Arial"/>
                <a:ea typeface="Arial"/>
                <a:cs typeface="Arial"/>
              </a:defRPr>
            </a:lvl3pPr>
            <a:lvl4pPr algn="l">
              <a:defRPr sz="1275" b="0">
                <a:solidFill>
                  <a:srgbClr val="CBD6F2"/>
                </a:solidFill>
                <a:latin typeface="Arial"/>
                <a:ea typeface="Arial"/>
                <a:cs typeface="Arial"/>
              </a:defRPr>
            </a:lvl4pPr>
            <a:lvl5pPr algn="l">
              <a:defRPr sz="1275" b="0">
                <a:solidFill>
                  <a:srgbClr val="CBD6F2"/>
                </a:solidFill>
                <a:latin typeface="Arial"/>
                <a:ea typeface="Arial"/>
                <a:cs typeface="Arial"/>
              </a:defRPr>
            </a:lvl5pPr>
            <a:lvl6pPr algn="l">
              <a:defRPr sz="1275" b="0">
                <a:solidFill>
                  <a:srgbClr val="CBD6F2"/>
                </a:solidFill>
                <a:latin typeface="Arial"/>
                <a:ea typeface="Arial"/>
                <a:cs typeface="Arial"/>
              </a:defRPr>
            </a:lvl6pPr>
            <a:lvl7pPr algn="l">
              <a:defRPr sz="1275" b="0">
                <a:solidFill>
                  <a:srgbClr val="CBD6F2"/>
                </a:solidFill>
                <a:latin typeface="Arial"/>
                <a:ea typeface="Arial"/>
                <a:cs typeface="Arial"/>
              </a:defRPr>
            </a:lvl7pPr>
            <a:lvl8pPr algn="l">
              <a:defRPr sz="1275" b="0">
                <a:solidFill>
                  <a:srgbClr val="CBD6F2"/>
                </a:solidFill>
                <a:latin typeface="Arial"/>
                <a:ea typeface="Arial"/>
                <a:cs typeface="Arial"/>
              </a:defRPr>
            </a:lvl8pPr>
            <a:lvl9pPr algn="l">
              <a:defRPr sz="1275" b="0">
                <a:solidFill>
                  <a:srgbClr val="CBD6F2"/>
                </a:solidFill>
                <a:latin typeface="Arial"/>
                <a:ea typeface="Arial"/>
                <a:cs typeface="Arial"/>
              </a:defRPr>
            </a:lvl9pPr>
          </a:lstStyle>
          <a:p xmlns:a="http://schemas.openxmlformats.org/drawingml/2006/main">
            <a:pPr algn="l">
              <a:defRPr sz="1275" b="0">
                <a:solidFill>
                  <a:srgbClr val="CBD6F2"/>
                </a:solidFill>
                <a:latin typeface="Arial"/>
                <a:ea typeface="Arial"/>
                <a:cs typeface="Arial"/>
              </a:defRPr>
            </a:pPr>
            <a:r>
              <a:rPr sz="1275" b="0">
                <a:solidFill>
                  <a:srgbClr val="CBD6F2"/>
                </a:solidFill>
                <a:latin typeface="Arial"/>
                <a:ea typeface="Arial"/>
                <a:cs typeface="Arial"/>
              </a:rPr>
              <a:t>Proyecto de mantenimiento preventivo de flota</a:t>
            </a:r>
          </a:p>
        </p:txBody>
      </p:sp>
      <p:sp>
        <p:nvSpPr>
          <p:cNvPr id="11" name="">
            <a:extLst xmlns:a="http://schemas.openxmlformats.org/drawingml/2006/main">
              <a:ext uri="{FF2B5EF4-FFF2-40B4-BE49-F238E27FC236}">
                <a16:creationId xmlns:a16="http://schemas.microsoft.com/office/drawing/2014/main" id="{7199F566-E669-4A8E-9C09-E2741F87AB0E}"/>
              </a:ext>
            </a:extLst>
          </p:cNvPr>
          <p:cNvSpPr>
            <a:spLocks xmlns:a="http://schemas.openxmlformats.org/drawingml/2006/main" noGrp="1"/>
          </p:cNvSpPr>
          <p:nvPr/>
        </p:nvSpPr>
        <p:spPr>
          <a:xfrm xmlns:a="http://schemas.openxmlformats.org/drawingml/2006/main">
            <a:off x="685800" y="5857875"/>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0">
                <a:solidFill>
                  <a:srgbClr val="96A4C8"/>
                </a:solidFill>
                <a:latin typeface="Arial"/>
                <a:ea typeface="Arial"/>
                <a:cs typeface="Arial"/>
              </a:defRPr>
            </a:defPPr>
            <a:lvl1pPr algn="l">
              <a:defRPr sz="1050" b="0">
                <a:solidFill>
                  <a:srgbClr val="96A4C8"/>
                </a:solidFill>
                <a:latin typeface="Arial"/>
                <a:ea typeface="Arial"/>
                <a:cs typeface="Arial"/>
              </a:defRPr>
            </a:lvl1pPr>
            <a:lvl2pPr algn="l">
              <a:defRPr sz="1050" b="0">
                <a:solidFill>
                  <a:srgbClr val="96A4C8"/>
                </a:solidFill>
                <a:latin typeface="Arial"/>
                <a:ea typeface="Arial"/>
                <a:cs typeface="Arial"/>
              </a:defRPr>
            </a:lvl2pPr>
            <a:lvl3pPr algn="l">
              <a:defRPr sz="1050" b="0">
                <a:solidFill>
                  <a:srgbClr val="96A4C8"/>
                </a:solidFill>
                <a:latin typeface="Arial"/>
                <a:ea typeface="Arial"/>
                <a:cs typeface="Arial"/>
              </a:defRPr>
            </a:lvl3pPr>
            <a:lvl4pPr algn="l">
              <a:defRPr sz="1050" b="0">
                <a:solidFill>
                  <a:srgbClr val="96A4C8"/>
                </a:solidFill>
                <a:latin typeface="Arial"/>
                <a:ea typeface="Arial"/>
                <a:cs typeface="Arial"/>
              </a:defRPr>
            </a:lvl4pPr>
            <a:lvl5pPr algn="l">
              <a:defRPr sz="1050" b="0">
                <a:solidFill>
                  <a:srgbClr val="96A4C8"/>
                </a:solidFill>
                <a:latin typeface="Arial"/>
                <a:ea typeface="Arial"/>
                <a:cs typeface="Arial"/>
              </a:defRPr>
            </a:lvl5pPr>
            <a:lvl6pPr algn="l">
              <a:defRPr sz="1050" b="0">
                <a:solidFill>
                  <a:srgbClr val="96A4C8"/>
                </a:solidFill>
                <a:latin typeface="Arial"/>
                <a:ea typeface="Arial"/>
                <a:cs typeface="Arial"/>
              </a:defRPr>
            </a:lvl6pPr>
            <a:lvl7pPr algn="l">
              <a:defRPr sz="1050" b="0">
                <a:solidFill>
                  <a:srgbClr val="96A4C8"/>
                </a:solidFill>
                <a:latin typeface="Arial"/>
                <a:ea typeface="Arial"/>
                <a:cs typeface="Arial"/>
              </a:defRPr>
            </a:lvl7pPr>
            <a:lvl8pPr algn="l">
              <a:defRPr sz="1050" b="0">
                <a:solidFill>
                  <a:srgbClr val="96A4C8"/>
                </a:solidFill>
                <a:latin typeface="Arial"/>
                <a:ea typeface="Arial"/>
                <a:cs typeface="Arial"/>
              </a:defRPr>
            </a:lvl8pPr>
            <a:lvl9pPr algn="l">
              <a:defRPr sz="1050" b="0">
                <a:solidFill>
                  <a:srgbClr val="96A4C8"/>
                </a:solidFill>
                <a:latin typeface="Arial"/>
                <a:ea typeface="Arial"/>
                <a:cs typeface="Arial"/>
              </a:defRPr>
            </a:lvl9pPr>
          </a:lstStyle>
          <a:p xmlns:a="http://schemas.openxmlformats.org/drawingml/2006/main">
            <a:pPr algn="l">
              <a:defRPr sz="1050" b="0">
                <a:solidFill>
                  <a:srgbClr val="96A4C8"/>
                </a:solidFill>
                <a:latin typeface="Arial"/>
                <a:ea typeface="Arial"/>
                <a:cs typeface="Arial"/>
              </a:defRPr>
            </a:pPr>
            <a:r>
              <a:rPr sz="1050" b="0">
                <a:solidFill>
                  <a:srgbClr val="96A4C8"/>
                </a:solidFill>
                <a:latin typeface="Arial"/>
                <a:ea typeface="Arial"/>
                <a:cs typeface="Arial"/>
              </a:rPr>
              <a:t>Presentación de avance · Octubre 2026</a:t>
            </a:r>
          </a:p>
        </p:txBody>
      </p:sp>
    </p:spTree>
    <p:extLst>
      <p:ext uri="{BB962C8B-B14F-4D97-AF65-F5344CB8AC3E}">
        <p14:creationId xmlns:p14="http://schemas.microsoft.com/office/powerpoint/2010/main" val="357944007"/>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A33B35F-2ADD-4FF9-8BB9-97DA7A97768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864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EC73123-B8EC-4403-8B58-412AF5083470}"/>
              </a:ext>
            </a:extLst>
          </p:cNvPr>
          <p:cNvSpPr>
            <a:spLocks xmlns:a="http://schemas.openxmlformats.org/drawingml/2006/main" noGrp="1"/>
          </p:cNvSpPr>
          <p:nvPr/>
        </p:nvSpPr>
        <p:spPr>
          <a:xfrm xmlns:a="http://schemas.openxmlformats.org/drawingml/2006/main">
            <a:off x="609600" y="333375"/>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2864E8"/>
                </a:solidFill>
                <a:latin typeface="Arial"/>
                <a:ea typeface="Arial"/>
                <a:cs typeface="Arial"/>
              </a:defRPr>
            </a:defPPr>
            <a:lvl1pPr algn="l">
              <a:defRPr sz="1050" b="1">
                <a:solidFill>
                  <a:srgbClr val="2864E8"/>
                </a:solidFill>
                <a:latin typeface="Arial"/>
                <a:ea typeface="Arial"/>
                <a:cs typeface="Arial"/>
              </a:defRPr>
            </a:lvl1pPr>
            <a:lvl2pPr algn="l">
              <a:defRPr sz="1050" b="1">
                <a:solidFill>
                  <a:srgbClr val="2864E8"/>
                </a:solidFill>
                <a:latin typeface="Arial"/>
                <a:ea typeface="Arial"/>
                <a:cs typeface="Arial"/>
              </a:defRPr>
            </a:lvl2pPr>
            <a:lvl3pPr algn="l">
              <a:defRPr sz="1050" b="1">
                <a:solidFill>
                  <a:srgbClr val="2864E8"/>
                </a:solidFill>
                <a:latin typeface="Arial"/>
                <a:ea typeface="Arial"/>
                <a:cs typeface="Arial"/>
              </a:defRPr>
            </a:lvl3pPr>
            <a:lvl4pPr algn="l">
              <a:defRPr sz="1050" b="1">
                <a:solidFill>
                  <a:srgbClr val="2864E8"/>
                </a:solidFill>
                <a:latin typeface="Arial"/>
                <a:ea typeface="Arial"/>
                <a:cs typeface="Arial"/>
              </a:defRPr>
            </a:lvl4pPr>
            <a:lvl5pPr algn="l">
              <a:defRPr sz="1050" b="1">
                <a:solidFill>
                  <a:srgbClr val="2864E8"/>
                </a:solidFill>
                <a:latin typeface="Arial"/>
                <a:ea typeface="Arial"/>
                <a:cs typeface="Arial"/>
              </a:defRPr>
            </a:lvl5pPr>
            <a:lvl6pPr algn="l">
              <a:defRPr sz="1050" b="1">
                <a:solidFill>
                  <a:srgbClr val="2864E8"/>
                </a:solidFill>
                <a:latin typeface="Arial"/>
                <a:ea typeface="Arial"/>
                <a:cs typeface="Arial"/>
              </a:defRPr>
            </a:lvl6pPr>
            <a:lvl7pPr algn="l">
              <a:defRPr sz="1050" b="1">
                <a:solidFill>
                  <a:srgbClr val="2864E8"/>
                </a:solidFill>
                <a:latin typeface="Arial"/>
                <a:ea typeface="Arial"/>
                <a:cs typeface="Arial"/>
              </a:defRPr>
            </a:lvl7pPr>
            <a:lvl8pPr algn="l">
              <a:defRPr sz="1050" b="1">
                <a:solidFill>
                  <a:srgbClr val="2864E8"/>
                </a:solidFill>
                <a:latin typeface="Arial"/>
                <a:ea typeface="Arial"/>
                <a:cs typeface="Arial"/>
              </a:defRPr>
            </a:lvl8pPr>
            <a:lvl9pPr algn="l">
              <a:defRPr sz="1050" b="1">
                <a:solidFill>
                  <a:srgbClr val="2864E8"/>
                </a:solidFill>
                <a:latin typeface="Arial"/>
                <a:ea typeface="Arial"/>
                <a:cs typeface="Arial"/>
              </a:defRPr>
            </a:lvl9pPr>
          </a:lstStyle>
          <a:p xmlns:a="http://schemas.openxmlformats.org/drawingml/2006/main">
            <a:pPr algn="l">
              <a:defRPr sz="1050" b="1">
                <a:solidFill>
                  <a:srgbClr val="2864E8"/>
                </a:solidFill>
                <a:latin typeface="Arial"/>
                <a:ea typeface="Arial"/>
                <a:cs typeface="Arial"/>
              </a:defRPr>
            </a:pPr>
            <a:r>
              <a:rPr sz="1050" b="1">
                <a:solidFill>
                  <a:srgbClr val="2864E8"/>
                </a:solidFill>
                <a:latin typeface="Arial"/>
                <a:ea typeface="Arial"/>
                <a:cs typeface="Arial"/>
              </a:rPr>
              <a:t>ALCANCE DEL PROYECTO</a:t>
            </a:r>
          </a:p>
        </p:txBody>
      </p:sp>
      <p:sp>
        <p:nvSpPr>
          <p:cNvPr id="3" name="">
            <a:extLst xmlns:a="http://schemas.openxmlformats.org/drawingml/2006/main">
              <a:ext uri="{FF2B5EF4-FFF2-40B4-BE49-F238E27FC236}">
                <a16:creationId xmlns:a16="http://schemas.microsoft.com/office/drawing/2014/main" id="{06FAB568-715C-4CD7-B0A6-A6AD1B7DB524}"/>
              </a:ext>
            </a:extLst>
          </p:cNvPr>
          <p:cNvSpPr>
            <a:spLocks xmlns:a="http://schemas.openxmlformats.org/drawingml/2006/main" noGrp="1"/>
          </p:cNvSpPr>
          <p:nvPr/>
        </p:nvSpPr>
        <p:spPr>
          <a:xfrm xmlns:a="http://schemas.openxmlformats.org/drawingml/2006/main">
            <a:off x="609600" y="6381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213C"/>
                </a:solidFill>
                <a:latin typeface="Arial"/>
                <a:ea typeface="Arial"/>
                <a:cs typeface="Arial"/>
              </a:defRPr>
            </a:defPPr>
            <a:lvl1pPr algn="l">
              <a:defRPr sz="2550" b="1">
                <a:solidFill>
                  <a:srgbClr val="15213C"/>
                </a:solidFill>
                <a:latin typeface="Arial"/>
                <a:ea typeface="Arial"/>
                <a:cs typeface="Arial"/>
              </a:defRPr>
            </a:lvl1pPr>
            <a:lvl2pPr algn="l">
              <a:defRPr sz="2550" b="1">
                <a:solidFill>
                  <a:srgbClr val="15213C"/>
                </a:solidFill>
                <a:latin typeface="Arial"/>
                <a:ea typeface="Arial"/>
                <a:cs typeface="Arial"/>
              </a:defRPr>
            </a:lvl2pPr>
            <a:lvl3pPr algn="l">
              <a:defRPr sz="2550" b="1">
                <a:solidFill>
                  <a:srgbClr val="15213C"/>
                </a:solidFill>
                <a:latin typeface="Arial"/>
                <a:ea typeface="Arial"/>
                <a:cs typeface="Arial"/>
              </a:defRPr>
            </a:lvl3pPr>
            <a:lvl4pPr algn="l">
              <a:defRPr sz="2550" b="1">
                <a:solidFill>
                  <a:srgbClr val="15213C"/>
                </a:solidFill>
                <a:latin typeface="Arial"/>
                <a:ea typeface="Arial"/>
                <a:cs typeface="Arial"/>
              </a:defRPr>
            </a:lvl4pPr>
            <a:lvl5pPr algn="l">
              <a:defRPr sz="2550" b="1">
                <a:solidFill>
                  <a:srgbClr val="15213C"/>
                </a:solidFill>
                <a:latin typeface="Arial"/>
                <a:ea typeface="Arial"/>
                <a:cs typeface="Arial"/>
              </a:defRPr>
            </a:lvl5pPr>
            <a:lvl6pPr algn="l">
              <a:defRPr sz="2550" b="1">
                <a:solidFill>
                  <a:srgbClr val="15213C"/>
                </a:solidFill>
                <a:latin typeface="Arial"/>
                <a:ea typeface="Arial"/>
                <a:cs typeface="Arial"/>
              </a:defRPr>
            </a:lvl6pPr>
            <a:lvl7pPr algn="l">
              <a:defRPr sz="2550" b="1">
                <a:solidFill>
                  <a:srgbClr val="15213C"/>
                </a:solidFill>
                <a:latin typeface="Arial"/>
                <a:ea typeface="Arial"/>
                <a:cs typeface="Arial"/>
              </a:defRPr>
            </a:lvl7pPr>
            <a:lvl8pPr algn="l">
              <a:defRPr sz="2550" b="1">
                <a:solidFill>
                  <a:srgbClr val="15213C"/>
                </a:solidFill>
                <a:latin typeface="Arial"/>
                <a:ea typeface="Arial"/>
                <a:cs typeface="Arial"/>
              </a:defRPr>
            </a:lvl8pPr>
            <a:lvl9pPr algn="l">
              <a:defRPr sz="2550" b="1">
                <a:solidFill>
                  <a:srgbClr val="15213C"/>
                </a:solidFill>
                <a:latin typeface="Arial"/>
                <a:ea typeface="Arial"/>
                <a:cs typeface="Arial"/>
              </a:defRPr>
            </a:lvl9pPr>
          </a:lstStyle>
          <a:p xmlns:a="http://schemas.openxmlformats.org/drawingml/2006/main">
            <a:pPr algn="l">
              <a:defRPr sz="2550" b="1">
                <a:solidFill>
                  <a:srgbClr val="15213C"/>
                </a:solidFill>
                <a:latin typeface="Arial"/>
                <a:ea typeface="Arial"/>
                <a:cs typeface="Arial"/>
              </a:defRPr>
            </a:pPr>
            <a:r>
              <a:rPr sz="2550" b="1">
                <a:solidFill>
                  <a:srgbClr val="15213C"/>
                </a:solidFill>
                <a:latin typeface="Arial"/>
                <a:ea typeface="Arial"/>
                <a:cs typeface="Arial"/>
              </a:rPr>
              <a:t>Avance alineado con la hoja de etapas</a:t>
            </a:r>
          </a:p>
        </p:txBody>
      </p:sp>
      <p:sp>
        <p:nvSpPr>
          <p:cNvPr id="4" name="">
            <a:extLst xmlns:a="http://schemas.openxmlformats.org/drawingml/2006/main">
              <a:ext uri="{FF2B5EF4-FFF2-40B4-BE49-F238E27FC236}">
                <a16:creationId xmlns:a16="http://schemas.microsoft.com/office/drawing/2014/main" id="{67BA7E02-A4D8-474C-8D7A-E2A2565AC406}"/>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0E7C4B5-A504-4F42-ADBF-D17894D7F6D2}"/>
              </a:ext>
            </a:extLst>
          </p:cNvPr>
          <p:cNvSpPr>
            <a:spLocks xmlns:a="http://schemas.openxmlformats.org/drawingml/2006/main" noGrp="1"/>
          </p:cNvSpPr>
          <p:nvPr/>
        </p:nvSpPr>
        <p:spPr>
          <a:xfrm xmlns:a="http://schemas.openxmlformats.org/drawingml/2006/main">
            <a:off x="609600" y="63150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62708A"/>
                </a:solidFill>
                <a:latin typeface="Arial"/>
                <a:ea typeface="Arial"/>
                <a:cs typeface="Arial"/>
              </a:defRPr>
            </a:defPPr>
            <a:lvl1pPr algn="l">
              <a:defRPr sz="975" b="1">
                <a:solidFill>
                  <a:srgbClr val="62708A"/>
                </a:solidFill>
                <a:latin typeface="Arial"/>
                <a:ea typeface="Arial"/>
                <a:cs typeface="Arial"/>
              </a:defRPr>
            </a:lvl1pPr>
            <a:lvl2pPr algn="l">
              <a:defRPr sz="975" b="1">
                <a:solidFill>
                  <a:srgbClr val="62708A"/>
                </a:solidFill>
                <a:latin typeface="Arial"/>
                <a:ea typeface="Arial"/>
                <a:cs typeface="Arial"/>
              </a:defRPr>
            </a:lvl2pPr>
            <a:lvl3pPr algn="l">
              <a:defRPr sz="975" b="1">
                <a:solidFill>
                  <a:srgbClr val="62708A"/>
                </a:solidFill>
                <a:latin typeface="Arial"/>
                <a:ea typeface="Arial"/>
                <a:cs typeface="Arial"/>
              </a:defRPr>
            </a:lvl3pPr>
            <a:lvl4pPr algn="l">
              <a:defRPr sz="975" b="1">
                <a:solidFill>
                  <a:srgbClr val="62708A"/>
                </a:solidFill>
                <a:latin typeface="Arial"/>
                <a:ea typeface="Arial"/>
                <a:cs typeface="Arial"/>
              </a:defRPr>
            </a:lvl4pPr>
            <a:lvl5pPr algn="l">
              <a:defRPr sz="975" b="1">
                <a:solidFill>
                  <a:srgbClr val="62708A"/>
                </a:solidFill>
                <a:latin typeface="Arial"/>
                <a:ea typeface="Arial"/>
                <a:cs typeface="Arial"/>
              </a:defRPr>
            </a:lvl5pPr>
            <a:lvl6pPr algn="l">
              <a:defRPr sz="975" b="1">
                <a:solidFill>
                  <a:srgbClr val="62708A"/>
                </a:solidFill>
                <a:latin typeface="Arial"/>
                <a:ea typeface="Arial"/>
                <a:cs typeface="Arial"/>
              </a:defRPr>
            </a:lvl6pPr>
            <a:lvl7pPr algn="l">
              <a:defRPr sz="975" b="1">
                <a:solidFill>
                  <a:srgbClr val="62708A"/>
                </a:solidFill>
                <a:latin typeface="Arial"/>
                <a:ea typeface="Arial"/>
                <a:cs typeface="Arial"/>
              </a:defRPr>
            </a:lvl7pPr>
            <a:lvl8pPr algn="l">
              <a:defRPr sz="975" b="1">
                <a:solidFill>
                  <a:srgbClr val="62708A"/>
                </a:solidFill>
                <a:latin typeface="Arial"/>
                <a:ea typeface="Arial"/>
                <a:cs typeface="Arial"/>
              </a:defRPr>
            </a:lvl8pPr>
            <a:lvl9pPr algn="l">
              <a:defRPr sz="975" b="1">
                <a:solidFill>
                  <a:srgbClr val="62708A"/>
                </a:solidFill>
                <a:latin typeface="Arial"/>
                <a:ea typeface="Arial"/>
                <a:cs typeface="Arial"/>
              </a:defRPr>
            </a:lvl9pPr>
          </a:lstStyle>
          <a:p xmlns:a="http://schemas.openxmlformats.org/drawingml/2006/main">
            <a:pPr algn="l">
              <a:defRPr sz="975" b="1">
                <a:solidFill>
                  <a:srgbClr val="62708A"/>
                </a:solidFill>
                <a:latin typeface="Arial"/>
                <a:ea typeface="Arial"/>
                <a:cs typeface="Arial"/>
              </a:defRPr>
            </a:pPr>
            <a:r>
              <a:rPr sz="975" b="1">
                <a:solidFill>
                  <a:srgbClr val="62708A"/>
                </a:solidFill>
                <a:latin typeface="Arial"/>
                <a:ea typeface="Arial"/>
                <a:cs typeface="Arial"/>
              </a:rPr>
              <a:t>FLEETPRO  ·  Semana 10</a:t>
            </a:r>
          </a:p>
        </p:txBody>
      </p:sp>
      <p:sp>
        <p:nvSpPr>
          <p:cNvPr id="6" name="">
            <a:extLst xmlns:a="http://schemas.openxmlformats.org/drawingml/2006/main">
              <a:ext uri="{FF2B5EF4-FFF2-40B4-BE49-F238E27FC236}">
                <a16:creationId xmlns:a16="http://schemas.microsoft.com/office/drawing/2014/main" id="{C30C886B-CCF2-4EB9-8C4E-D3EA2900B566}"/>
              </a:ext>
            </a:extLst>
          </p:cNvPr>
          <p:cNvSpPr>
            <a:spLocks xmlns:a="http://schemas.openxmlformats.org/drawingml/2006/main" noGrp="1"/>
          </p:cNvSpPr>
          <p:nvPr/>
        </p:nvSpPr>
        <p:spPr>
          <a:xfrm xmlns:a="http://schemas.openxmlformats.org/drawingml/2006/main">
            <a:off x="11049000" y="63150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62708A"/>
                </a:solidFill>
                <a:latin typeface="Arial"/>
                <a:ea typeface="Arial"/>
                <a:cs typeface="Arial"/>
              </a:defRPr>
            </a:defPPr>
            <a:lvl1pPr algn="r">
              <a:defRPr sz="975" b="1">
                <a:solidFill>
                  <a:srgbClr val="62708A"/>
                </a:solidFill>
                <a:latin typeface="Arial"/>
                <a:ea typeface="Arial"/>
                <a:cs typeface="Arial"/>
              </a:defRPr>
            </a:lvl1pPr>
            <a:lvl2pPr algn="r">
              <a:defRPr sz="975" b="1">
                <a:solidFill>
                  <a:srgbClr val="62708A"/>
                </a:solidFill>
                <a:latin typeface="Arial"/>
                <a:ea typeface="Arial"/>
                <a:cs typeface="Arial"/>
              </a:defRPr>
            </a:lvl2pPr>
            <a:lvl3pPr algn="r">
              <a:defRPr sz="975" b="1">
                <a:solidFill>
                  <a:srgbClr val="62708A"/>
                </a:solidFill>
                <a:latin typeface="Arial"/>
                <a:ea typeface="Arial"/>
                <a:cs typeface="Arial"/>
              </a:defRPr>
            </a:lvl3pPr>
            <a:lvl4pPr algn="r">
              <a:defRPr sz="975" b="1">
                <a:solidFill>
                  <a:srgbClr val="62708A"/>
                </a:solidFill>
                <a:latin typeface="Arial"/>
                <a:ea typeface="Arial"/>
                <a:cs typeface="Arial"/>
              </a:defRPr>
            </a:lvl4pPr>
            <a:lvl5pPr algn="r">
              <a:defRPr sz="975" b="1">
                <a:solidFill>
                  <a:srgbClr val="62708A"/>
                </a:solidFill>
                <a:latin typeface="Arial"/>
                <a:ea typeface="Arial"/>
                <a:cs typeface="Arial"/>
              </a:defRPr>
            </a:lvl5pPr>
            <a:lvl6pPr algn="r">
              <a:defRPr sz="975" b="1">
                <a:solidFill>
                  <a:srgbClr val="62708A"/>
                </a:solidFill>
                <a:latin typeface="Arial"/>
                <a:ea typeface="Arial"/>
                <a:cs typeface="Arial"/>
              </a:defRPr>
            </a:lvl6pPr>
            <a:lvl7pPr algn="r">
              <a:defRPr sz="975" b="1">
                <a:solidFill>
                  <a:srgbClr val="62708A"/>
                </a:solidFill>
                <a:latin typeface="Arial"/>
                <a:ea typeface="Arial"/>
                <a:cs typeface="Arial"/>
              </a:defRPr>
            </a:lvl7pPr>
            <a:lvl8pPr algn="r">
              <a:defRPr sz="975" b="1">
                <a:solidFill>
                  <a:srgbClr val="62708A"/>
                </a:solidFill>
                <a:latin typeface="Arial"/>
                <a:ea typeface="Arial"/>
                <a:cs typeface="Arial"/>
              </a:defRPr>
            </a:lvl8pPr>
            <a:lvl9pPr algn="r">
              <a:defRPr sz="975" b="1">
                <a:solidFill>
                  <a:srgbClr val="62708A"/>
                </a:solidFill>
                <a:latin typeface="Arial"/>
                <a:ea typeface="Arial"/>
                <a:cs typeface="Arial"/>
              </a:defRPr>
            </a:lvl9pPr>
          </a:lstStyle>
          <a:p xmlns:a="http://schemas.openxmlformats.org/drawingml/2006/main">
            <a:pPr algn="r">
              <a:defRPr sz="975" b="1">
                <a:solidFill>
                  <a:srgbClr val="62708A"/>
                </a:solidFill>
                <a:latin typeface="Arial"/>
                <a:ea typeface="Arial"/>
                <a:cs typeface="Arial"/>
              </a:defRPr>
            </a:pPr>
            <a:r>
              <a:rPr sz="975" b="1">
                <a:solidFill>
                  <a:srgbClr val="62708A"/>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BC892FB-E91A-424F-972C-BCDA4F6AC372}"/>
              </a:ext>
            </a:extLst>
          </p:cNvPr>
          <p:cNvSpPr>
            <a:spLocks xmlns:a="http://schemas.openxmlformats.org/drawingml/2006/main" noGrp="1"/>
          </p:cNvSpPr>
          <p:nvPr/>
        </p:nvSpPr>
        <p:spPr>
          <a:xfrm xmlns:a="http://schemas.openxmlformats.org/drawingml/2006/main">
            <a:off x="609600" y="1952625"/>
            <a:ext cx="24765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3EF"/>
            </a:solidFill>
            <a:prstDash val="solid"/>
          </a:ln>
        </p:spPr>
      </p:sp>
      <p:sp>
        <p:nvSpPr>
          <p:cNvPr id="8" name="">
            <a:extLst xmlns:a="http://schemas.openxmlformats.org/drawingml/2006/main">
              <a:ext uri="{FF2B5EF4-FFF2-40B4-BE49-F238E27FC236}">
                <a16:creationId xmlns:a16="http://schemas.microsoft.com/office/drawing/2014/main" id="{DB4C3AF6-2667-4D48-AB46-E4B6FE967E18}"/>
              </a:ext>
            </a:extLst>
          </p:cNvPr>
          <p:cNvSpPr>
            <a:spLocks xmlns:a="http://schemas.openxmlformats.org/drawingml/2006/main" noGrp="1"/>
          </p:cNvSpPr>
          <p:nvPr/>
        </p:nvSpPr>
        <p:spPr>
          <a:xfrm xmlns:a="http://schemas.openxmlformats.org/drawingml/2006/main">
            <a:off x="819150" y="21907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2864E8"/>
                </a:solidFill>
                <a:latin typeface="Arial"/>
                <a:ea typeface="Arial"/>
                <a:cs typeface="Arial"/>
              </a:defRPr>
            </a:defPPr>
            <a:lvl1pPr algn="l">
              <a:defRPr sz="1725" b="1">
                <a:solidFill>
                  <a:srgbClr val="2864E8"/>
                </a:solidFill>
                <a:latin typeface="Arial"/>
                <a:ea typeface="Arial"/>
                <a:cs typeface="Arial"/>
              </a:defRPr>
            </a:lvl1pPr>
            <a:lvl2pPr algn="l">
              <a:defRPr sz="1725" b="1">
                <a:solidFill>
                  <a:srgbClr val="2864E8"/>
                </a:solidFill>
                <a:latin typeface="Arial"/>
                <a:ea typeface="Arial"/>
                <a:cs typeface="Arial"/>
              </a:defRPr>
            </a:lvl2pPr>
            <a:lvl3pPr algn="l">
              <a:defRPr sz="1725" b="1">
                <a:solidFill>
                  <a:srgbClr val="2864E8"/>
                </a:solidFill>
                <a:latin typeface="Arial"/>
                <a:ea typeface="Arial"/>
                <a:cs typeface="Arial"/>
              </a:defRPr>
            </a:lvl3pPr>
            <a:lvl4pPr algn="l">
              <a:defRPr sz="1725" b="1">
                <a:solidFill>
                  <a:srgbClr val="2864E8"/>
                </a:solidFill>
                <a:latin typeface="Arial"/>
                <a:ea typeface="Arial"/>
                <a:cs typeface="Arial"/>
              </a:defRPr>
            </a:lvl4pPr>
            <a:lvl5pPr algn="l">
              <a:defRPr sz="1725" b="1">
                <a:solidFill>
                  <a:srgbClr val="2864E8"/>
                </a:solidFill>
                <a:latin typeface="Arial"/>
                <a:ea typeface="Arial"/>
                <a:cs typeface="Arial"/>
              </a:defRPr>
            </a:lvl5pPr>
            <a:lvl6pPr algn="l">
              <a:defRPr sz="1725" b="1">
                <a:solidFill>
                  <a:srgbClr val="2864E8"/>
                </a:solidFill>
                <a:latin typeface="Arial"/>
                <a:ea typeface="Arial"/>
                <a:cs typeface="Arial"/>
              </a:defRPr>
            </a:lvl6pPr>
            <a:lvl7pPr algn="l">
              <a:defRPr sz="1725" b="1">
                <a:solidFill>
                  <a:srgbClr val="2864E8"/>
                </a:solidFill>
                <a:latin typeface="Arial"/>
                <a:ea typeface="Arial"/>
                <a:cs typeface="Arial"/>
              </a:defRPr>
            </a:lvl7pPr>
            <a:lvl8pPr algn="l">
              <a:defRPr sz="1725" b="1">
                <a:solidFill>
                  <a:srgbClr val="2864E8"/>
                </a:solidFill>
                <a:latin typeface="Arial"/>
                <a:ea typeface="Arial"/>
                <a:cs typeface="Arial"/>
              </a:defRPr>
            </a:lvl8pPr>
            <a:lvl9pPr algn="l">
              <a:defRPr sz="1725" b="1">
                <a:solidFill>
                  <a:srgbClr val="2864E8"/>
                </a:solidFill>
                <a:latin typeface="Arial"/>
                <a:ea typeface="Arial"/>
                <a:cs typeface="Arial"/>
              </a:defRPr>
            </a:lvl9pPr>
          </a:lstStyle>
          <a:p xmlns:a="http://schemas.openxmlformats.org/drawingml/2006/main">
            <a:pPr algn="l">
              <a:defRPr sz="1725" b="1">
                <a:solidFill>
                  <a:srgbClr val="2864E8"/>
                </a:solidFill>
                <a:latin typeface="Arial"/>
                <a:ea typeface="Arial"/>
                <a:cs typeface="Arial"/>
              </a:defRPr>
            </a:pPr>
            <a:r>
              <a:rPr sz="1725" b="1">
                <a:solidFill>
                  <a:srgbClr val="2864E8"/>
                </a:solidFill>
                <a:latin typeface="Arial"/>
                <a:ea typeface="Arial"/>
                <a:cs typeface="Arial"/>
              </a:rPr>
              <a:t>01–03</a:t>
            </a:r>
          </a:p>
        </p:txBody>
      </p:sp>
      <p:sp>
        <p:nvSpPr>
          <p:cNvPr id="9" name="">
            <a:extLst xmlns:a="http://schemas.openxmlformats.org/drawingml/2006/main">
              <a:ext uri="{FF2B5EF4-FFF2-40B4-BE49-F238E27FC236}">
                <a16:creationId xmlns:a16="http://schemas.microsoft.com/office/drawing/2014/main" id="{6CA4D034-B401-4D71-9F7B-12F40B9ADCEC}"/>
              </a:ext>
            </a:extLst>
          </p:cNvPr>
          <p:cNvSpPr>
            <a:spLocks xmlns:a="http://schemas.openxmlformats.org/drawingml/2006/main" noGrp="1"/>
          </p:cNvSpPr>
          <p:nvPr/>
        </p:nvSpPr>
        <p:spPr>
          <a:xfrm xmlns:a="http://schemas.openxmlformats.org/drawingml/2006/main">
            <a:off x="819150" y="26479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213C"/>
                </a:solidFill>
                <a:latin typeface="Arial"/>
                <a:ea typeface="Arial"/>
                <a:cs typeface="Arial"/>
              </a:defRPr>
            </a:defPPr>
            <a:lvl1pPr algn="l">
              <a:defRPr sz="1875" b="1">
                <a:solidFill>
                  <a:srgbClr val="15213C"/>
                </a:solidFill>
                <a:latin typeface="Arial"/>
                <a:ea typeface="Arial"/>
                <a:cs typeface="Arial"/>
              </a:defRPr>
            </a:lvl1pPr>
            <a:lvl2pPr algn="l">
              <a:defRPr sz="1875" b="1">
                <a:solidFill>
                  <a:srgbClr val="15213C"/>
                </a:solidFill>
                <a:latin typeface="Arial"/>
                <a:ea typeface="Arial"/>
                <a:cs typeface="Arial"/>
              </a:defRPr>
            </a:lvl2pPr>
            <a:lvl3pPr algn="l">
              <a:defRPr sz="1875" b="1">
                <a:solidFill>
                  <a:srgbClr val="15213C"/>
                </a:solidFill>
                <a:latin typeface="Arial"/>
                <a:ea typeface="Arial"/>
                <a:cs typeface="Arial"/>
              </a:defRPr>
            </a:lvl3pPr>
            <a:lvl4pPr algn="l">
              <a:defRPr sz="1875" b="1">
                <a:solidFill>
                  <a:srgbClr val="15213C"/>
                </a:solidFill>
                <a:latin typeface="Arial"/>
                <a:ea typeface="Arial"/>
                <a:cs typeface="Arial"/>
              </a:defRPr>
            </a:lvl4pPr>
            <a:lvl5pPr algn="l">
              <a:defRPr sz="1875" b="1">
                <a:solidFill>
                  <a:srgbClr val="15213C"/>
                </a:solidFill>
                <a:latin typeface="Arial"/>
                <a:ea typeface="Arial"/>
                <a:cs typeface="Arial"/>
              </a:defRPr>
            </a:lvl5pPr>
            <a:lvl6pPr algn="l">
              <a:defRPr sz="1875" b="1">
                <a:solidFill>
                  <a:srgbClr val="15213C"/>
                </a:solidFill>
                <a:latin typeface="Arial"/>
                <a:ea typeface="Arial"/>
                <a:cs typeface="Arial"/>
              </a:defRPr>
            </a:lvl6pPr>
            <a:lvl7pPr algn="l">
              <a:defRPr sz="1875" b="1">
                <a:solidFill>
                  <a:srgbClr val="15213C"/>
                </a:solidFill>
                <a:latin typeface="Arial"/>
                <a:ea typeface="Arial"/>
                <a:cs typeface="Arial"/>
              </a:defRPr>
            </a:lvl7pPr>
            <a:lvl8pPr algn="l">
              <a:defRPr sz="1875" b="1">
                <a:solidFill>
                  <a:srgbClr val="15213C"/>
                </a:solidFill>
                <a:latin typeface="Arial"/>
                <a:ea typeface="Arial"/>
                <a:cs typeface="Arial"/>
              </a:defRPr>
            </a:lvl8pPr>
            <a:lvl9pPr algn="l">
              <a:defRPr sz="1875" b="1">
                <a:solidFill>
                  <a:srgbClr val="15213C"/>
                </a:solidFill>
                <a:latin typeface="Arial"/>
                <a:ea typeface="Arial"/>
                <a:cs typeface="Arial"/>
              </a:defRPr>
            </a:lvl9pPr>
          </a:lstStyle>
          <a:p xmlns:a="http://schemas.openxmlformats.org/drawingml/2006/main">
            <a:pPr algn="l">
              <a:defRPr sz="1875" b="1">
                <a:solidFill>
                  <a:srgbClr val="15213C"/>
                </a:solidFill>
                <a:latin typeface="Arial"/>
                <a:ea typeface="Arial"/>
                <a:cs typeface="Arial"/>
              </a:defRPr>
            </a:pPr>
            <a:r>
              <a:rPr sz="1875" b="1">
                <a:solidFill>
                  <a:srgbClr val="15213C"/>
                </a:solidFill>
                <a:latin typeface="Arial"/>
                <a:ea typeface="Arial"/>
                <a:cs typeface="Arial"/>
              </a:rPr>
              <a:t>Acceso y base</a:t>
            </a:r>
          </a:p>
        </p:txBody>
      </p:sp>
      <p:sp>
        <p:nvSpPr>
          <p:cNvPr id="10" name="">
            <a:extLst xmlns:a="http://schemas.openxmlformats.org/drawingml/2006/main">
              <a:ext uri="{FF2B5EF4-FFF2-40B4-BE49-F238E27FC236}">
                <a16:creationId xmlns:a16="http://schemas.microsoft.com/office/drawing/2014/main" id="{825DEB36-E9A1-42D4-959E-D5ADE82D98F8}"/>
              </a:ext>
            </a:extLst>
          </p:cNvPr>
          <p:cNvSpPr>
            <a:spLocks xmlns:a="http://schemas.openxmlformats.org/drawingml/2006/main" noGrp="1"/>
          </p:cNvSpPr>
          <p:nvPr/>
        </p:nvSpPr>
        <p:spPr>
          <a:xfrm xmlns:a="http://schemas.openxmlformats.org/drawingml/2006/main">
            <a:off x="819150" y="3238500"/>
            <a:ext cx="2047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62708A"/>
                </a:solidFill>
                <a:latin typeface="Arial"/>
                <a:ea typeface="Arial"/>
                <a:cs typeface="Arial"/>
              </a:defRPr>
            </a:defPPr>
            <a:lvl1pPr algn="l">
              <a:defRPr sz="1275" b="0">
                <a:solidFill>
                  <a:srgbClr val="62708A"/>
                </a:solidFill>
                <a:latin typeface="Arial"/>
                <a:ea typeface="Arial"/>
                <a:cs typeface="Arial"/>
              </a:defRPr>
            </a:lvl1pPr>
            <a:lvl2pPr algn="l">
              <a:defRPr sz="1275" b="0">
                <a:solidFill>
                  <a:srgbClr val="62708A"/>
                </a:solidFill>
                <a:latin typeface="Arial"/>
                <a:ea typeface="Arial"/>
                <a:cs typeface="Arial"/>
              </a:defRPr>
            </a:lvl2pPr>
            <a:lvl3pPr algn="l">
              <a:defRPr sz="1275" b="0">
                <a:solidFill>
                  <a:srgbClr val="62708A"/>
                </a:solidFill>
                <a:latin typeface="Arial"/>
                <a:ea typeface="Arial"/>
                <a:cs typeface="Arial"/>
              </a:defRPr>
            </a:lvl3pPr>
            <a:lvl4pPr algn="l">
              <a:defRPr sz="1275" b="0">
                <a:solidFill>
                  <a:srgbClr val="62708A"/>
                </a:solidFill>
                <a:latin typeface="Arial"/>
                <a:ea typeface="Arial"/>
                <a:cs typeface="Arial"/>
              </a:defRPr>
            </a:lvl4pPr>
            <a:lvl5pPr algn="l">
              <a:defRPr sz="1275" b="0">
                <a:solidFill>
                  <a:srgbClr val="62708A"/>
                </a:solidFill>
                <a:latin typeface="Arial"/>
                <a:ea typeface="Arial"/>
                <a:cs typeface="Arial"/>
              </a:defRPr>
            </a:lvl5pPr>
            <a:lvl6pPr algn="l">
              <a:defRPr sz="1275" b="0">
                <a:solidFill>
                  <a:srgbClr val="62708A"/>
                </a:solidFill>
                <a:latin typeface="Arial"/>
                <a:ea typeface="Arial"/>
                <a:cs typeface="Arial"/>
              </a:defRPr>
            </a:lvl6pPr>
            <a:lvl7pPr algn="l">
              <a:defRPr sz="1275" b="0">
                <a:solidFill>
                  <a:srgbClr val="62708A"/>
                </a:solidFill>
                <a:latin typeface="Arial"/>
                <a:ea typeface="Arial"/>
                <a:cs typeface="Arial"/>
              </a:defRPr>
            </a:lvl7pPr>
            <a:lvl8pPr algn="l">
              <a:defRPr sz="1275" b="0">
                <a:solidFill>
                  <a:srgbClr val="62708A"/>
                </a:solidFill>
                <a:latin typeface="Arial"/>
                <a:ea typeface="Arial"/>
                <a:cs typeface="Arial"/>
              </a:defRPr>
            </a:lvl8pPr>
            <a:lvl9pPr algn="l">
              <a:defRPr sz="1275" b="0">
                <a:solidFill>
                  <a:srgbClr val="62708A"/>
                </a:solidFill>
                <a:latin typeface="Arial"/>
                <a:ea typeface="Arial"/>
                <a:cs typeface="Arial"/>
              </a:defRPr>
            </a:lvl9pPr>
          </a:lstStyle>
          <a:p xmlns:a="http://schemas.openxmlformats.org/drawingml/2006/main">
            <a:pPr algn="l">
              <a:defRPr sz="1275" b="0">
                <a:solidFill>
                  <a:srgbClr val="62708A"/>
                </a:solidFill>
                <a:latin typeface="Arial"/>
                <a:ea typeface="Arial"/>
                <a:cs typeface="Arial"/>
              </a:defRPr>
            </a:pPr>
            <a:r>
              <a:rPr sz="1275" b="0">
                <a:solidFill>
                  <a:srgbClr val="62708A"/>
                </a:solidFill>
                <a:latin typeface="Arial"/>
                <a:ea typeface="Arial"/>
                <a:cs typeface="Arial"/>
              </a:rPr>
              <a:t>Login, Azure SQL, roles y bloqueo</a:t>
            </a:r>
          </a:p>
        </p:txBody>
      </p:sp>
      <p:sp>
        <p:nvSpPr>
          <p:cNvPr id="11" name="">
            <a:extLst xmlns:a="http://schemas.openxmlformats.org/drawingml/2006/main">
              <a:ext uri="{FF2B5EF4-FFF2-40B4-BE49-F238E27FC236}">
                <a16:creationId xmlns:a16="http://schemas.microsoft.com/office/drawing/2014/main" id="{9312A848-CEAE-49DB-92ED-C8E304A8BE83}"/>
              </a:ext>
            </a:extLst>
          </p:cNvPr>
          <p:cNvSpPr>
            <a:spLocks xmlns:a="http://schemas.openxmlformats.org/drawingml/2006/main" noGrp="1"/>
          </p:cNvSpPr>
          <p:nvPr/>
        </p:nvSpPr>
        <p:spPr>
          <a:xfrm xmlns:a="http://schemas.openxmlformats.org/drawingml/2006/main">
            <a:off x="3352800" y="1952625"/>
            <a:ext cx="24765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3EF"/>
            </a:solidFill>
            <a:prstDash val="solid"/>
          </a:ln>
        </p:spPr>
      </p:sp>
      <p:sp>
        <p:nvSpPr>
          <p:cNvPr id="12" name="">
            <a:extLst xmlns:a="http://schemas.openxmlformats.org/drawingml/2006/main">
              <a:ext uri="{FF2B5EF4-FFF2-40B4-BE49-F238E27FC236}">
                <a16:creationId xmlns:a16="http://schemas.microsoft.com/office/drawing/2014/main" id="{CB8A5978-E061-40A9-AA92-21252BD8BA3C}"/>
              </a:ext>
            </a:extLst>
          </p:cNvPr>
          <p:cNvSpPr>
            <a:spLocks xmlns:a="http://schemas.openxmlformats.org/drawingml/2006/main" noGrp="1"/>
          </p:cNvSpPr>
          <p:nvPr/>
        </p:nvSpPr>
        <p:spPr>
          <a:xfrm xmlns:a="http://schemas.openxmlformats.org/drawingml/2006/main">
            <a:off x="3562350" y="21907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2864E8"/>
                </a:solidFill>
                <a:latin typeface="Arial"/>
                <a:ea typeface="Arial"/>
                <a:cs typeface="Arial"/>
              </a:defRPr>
            </a:defPPr>
            <a:lvl1pPr algn="l">
              <a:defRPr sz="1725" b="1">
                <a:solidFill>
                  <a:srgbClr val="2864E8"/>
                </a:solidFill>
                <a:latin typeface="Arial"/>
                <a:ea typeface="Arial"/>
                <a:cs typeface="Arial"/>
              </a:defRPr>
            </a:lvl1pPr>
            <a:lvl2pPr algn="l">
              <a:defRPr sz="1725" b="1">
                <a:solidFill>
                  <a:srgbClr val="2864E8"/>
                </a:solidFill>
                <a:latin typeface="Arial"/>
                <a:ea typeface="Arial"/>
                <a:cs typeface="Arial"/>
              </a:defRPr>
            </a:lvl2pPr>
            <a:lvl3pPr algn="l">
              <a:defRPr sz="1725" b="1">
                <a:solidFill>
                  <a:srgbClr val="2864E8"/>
                </a:solidFill>
                <a:latin typeface="Arial"/>
                <a:ea typeface="Arial"/>
                <a:cs typeface="Arial"/>
              </a:defRPr>
            </a:lvl3pPr>
            <a:lvl4pPr algn="l">
              <a:defRPr sz="1725" b="1">
                <a:solidFill>
                  <a:srgbClr val="2864E8"/>
                </a:solidFill>
                <a:latin typeface="Arial"/>
                <a:ea typeface="Arial"/>
                <a:cs typeface="Arial"/>
              </a:defRPr>
            </a:lvl4pPr>
            <a:lvl5pPr algn="l">
              <a:defRPr sz="1725" b="1">
                <a:solidFill>
                  <a:srgbClr val="2864E8"/>
                </a:solidFill>
                <a:latin typeface="Arial"/>
                <a:ea typeface="Arial"/>
                <a:cs typeface="Arial"/>
              </a:defRPr>
            </a:lvl5pPr>
            <a:lvl6pPr algn="l">
              <a:defRPr sz="1725" b="1">
                <a:solidFill>
                  <a:srgbClr val="2864E8"/>
                </a:solidFill>
                <a:latin typeface="Arial"/>
                <a:ea typeface="Arial"/>
                <a:cs typeface="Arial"/>
              </a:defRPr>
            </a:lvl6pPr>
            <a:lvl7pPr algn="l">
              <a:defRPr sz="1725" b="1">
                <a:solidFill>
                  <a:srgbClr val="2864E8"/>
                </a:solidFill>
                <a:latin typeface="Arial"/>
                <a:ea typeface="Arial"/>
                <a:cs typeface="Arial"/>
              </a:defRPr>
            </a:lvl7pPr>
            <a:lvl8pPr algn="l">
              <a:defRPr sz="1725" b="1">
                <a:solidFill>
                  <a:srgbClr val="2864E8"/>
                </a:solidFill>
                <a:latin typeface="Arial"/>
                <a:ea typeface="Arial"/>
                <a:cs typeface="Arial"/>
              </a:defRPr>
            </a:lvl8pPr>
            <a:lvl9pPr algn="l">
              <a:defRPr sz="1725" b="1">
                <a:solidFill>
                  <a:srgbClr val="2864E8"/>
                </a:solidFill>
                <a:latin typeface="Arial"/>
                <a:ea typeface="Arial"/>
                <a:cs typeface="Arial"/>
              </a:defRPr>
            </a:lvl9pPr>
          </a:lstStyle>
          <a:p xmlns:a="http://schemas.openxmlformats.org/drawingml/2006/main">
            <a:pPr algn="l">
              <a:defRPr sz="1725" b="1">
                <a:solidFill>
                  <a:srgbClr val="2864E8"/>
                </a:solidFill>
                <a:latin typeface="Arial"/>
                <a:ea typeface="Arial"/>
                <a:cs typeface="Arial"/>
              </a:defRPr>
            </a:pPr>
            <a:r>
              <a:rPr sz="1725" b="1">
                <a:solidFill>
                  <a:srgbClr val="2864E8"/>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A88CDBB5-3BFC-4410-8522-38ADCB5D9E9D}"/>
              </a:ext>
            </a:extLst>
          </p:cNvPr>
          <p:cNvSpPr>
            <a:spLocks xmlns:a="http://schemas.openxmlformats.org/drawingml/2006/main" noGrp="1"/>
          </p:cNvSpPr>
          <p:nvPr/>
        </p:nvSpPr>
        <p:spPr>
          <a:xfrm xmlns:a="http://schemas.openxmlformats.org/drawingml/2006/main">
            <a:off x="3562350" y="26479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213C"/>
                </a:solidFill>
                <a:latin typeface="Arial"/>
                <a:ea typeface="Arial"/>
                <a:cs typeface="Arial"/>
              </a:defRPr>
            </a:defPPr>
            <a:lvl1pPr algn="l">
              <a:defRPr sz="1875" b="1">
                <a:solidFill>
                  <a:srgbClr val="15213C"/>
                </a:solidFill>
                <a:latin typeface="Arial"/>
                <a:ea typeface="Arial"/>
                <a:cs typeface="Arial"/>
              </a:defRPr>
            </a:lvl1pPr>
            <a:lvl2pPr algn="l">
              <a:defRPr sz="1875" b="1">
                <a:solidFill>
                  <a:srgbClr val="15213C"/>
                </a:solidFill>
                <a:latin typeface="Arial"/>
                <a:ea typeface="Arial"/>
                <a:cs typeface="Arial"/>
              </a:defRPr>
            </a:lvl2pPr>
            <a:lvl3pPr algn="l">
              <a:defRPr sz="1875" b="1">
                <a:solidFill>
                  <a:srgbClr val="15213C"/>
                </a:solidFill>
                <a:latin typeface="Arial"/>
                <a:ea typeface="Arial"/>
                <a:cs typeface="Arial"/>
              </a:defRPr>
            </a:lvl3pPr>
            <a:lvl4pPr algn="l">
              <a:defRPr sz="1875" b="1">
                <a:solidFill>
                  <a:srgbClr val="15213C"/>
                </a:solidFill>
                <a:latin typeface="Arial"/>
                <a:ea typeface="Arial"/>
                <a:cs typeface="Arial"/>
              </a:defRPr>
            </a:lvl4pPr>
            <a:lvl5pPr algn="l">
              <a:defRPr sz="1875" b="1">
                <a:solidFill>
                  <a:srgbClr val="15213C"/>
                </a:solidFill>
                <a:latin typeface="Arial"/>
                <a:ea typeface="Arial"/>
                <a:cs typeface="Arial"/>
              </a:defRPr>
            </a:lvl5pPr>
            <a:lvl6pPr algn="l">
              <a:defRPr sz="1875" b="1">
                <a:solidFill>
                  <a:srgbClr val="15213C"/>
                </a:solidFill>
                <a:latin typeface="Arial"/>
                <a:ea typeface="Arial"/>
                <a:cs typeface="Arial"/>
              </a:defRPr>
            </a:lvl6pPr>
            <a:lvl7pPr algn="l">
              <a:defRPr sz="1875" b="1">
                <a:solidFill>
                  <a:srgbClr val="15213C"/>
                </a:solidFill>
                <a:latin typeface="Arial"/>
                <a:ea typeface="Arial"/>
                <a:cs typeface="Arial"/>
              </a:defRPr>
            </a:lvl7pPr>
            <a:lvl8pPr algn="l">
              <a:defRPr sz="1875" b="1">
                <a:solidFill>
                  <a:srgbClr val="15213C"/>
                </a:solidFill>
                <a:latin typeface="Arial"/>
                <a:ea typeface="Arial"/>
                <a:cs typeface="Arial"/>
              </a:defRPr>
            </a:lvl8pPr>
            <a:lvl9pPr algn="l">
              <a:defRPr sz="1875" b="1">
                <a:solidFill>
                  <a:srgbClr val="15213C"/>
                </a:solidFill>
                <a:latin typeface="Arial"/>
                <a:ea typeface="Arial"/>
                <a:cs typeface="Arial"/>
              </a:defRPr>
            </a:lvl9pPr>
          </a:lstStyle>
          <a:p xmlns:a="http://schemas.openxmlformats.org/drawingml/2006/main">
            <a:pPr algn="l">
              <a:defRPr sz="1875" b="1">
                <a:solidFill>
                  <a:srgbClr val="15213C"/>
                </a:solidFill>
                <a:latin typeface="Arial"/>
                <a:ea typeface="Arial"/>
                <a:cs typeface="Arial"/>
              </a:defRPr>
            </a:pPr>
            <a:r>
              <a:rPr sz="1875" b="1">
                <a:solidFill>
                  <a:srgbClr val="15213C"/>
                </a:solidFill>
                <a:latin typeface="Arial"/>
                <a:ea typeface="Arial"/>
                <a:cs typeface="Arial"/>
              </a:rPr>
              <a:t>Usuarios</a:t>
            </a:r>
          </a:p>
        </p:txBody>
      </p:sp>
      <p:sp>
        <p:nvSpPr>
          <p:cNvPr id="14" name="">
            <a:extLst xmlns:a="http://schemas.openxmlformats.org/drawingml/2006/main">
              <a:ext uri="{FF2B5EF4-FFF2-40B4-BE49-F238E27FC236}">
                <a16:creationId xmlns:a16="http://schemas.microsoft.com/office/drawing/2014/main" id="{32D3A330-A285-42C1-A6F2-6E669F2E65A3}"/>
              </a:ext>
            </a:extLst>
          </p:cNvPr>
          <p:cNvSpPr>
            <a:spLocks xmlns:a="http://schemas.openxmlformats.org/drawingml/2006/main" noGrp="1"/>
          </p:cNvSpPr>
          <p:nvPr/>
        </p:nvSpPr>
        <p:spPr>
          <a:xfrm xmlns:a="http://schemas.openxmlformats.org/drawingml/2006/main">
            <a:off x="3562350" y="3238500"/>
            <a:ext cx="2047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62708A"/>
                </a:solidFill>
                <a:latin typeface="Arial"/>
                <a:ea typeface="Arial"/>
                <a:cs typeface="Arial"/>
              </a:defRPr>
            </a:defPPr>
            <a:lvl1pPr algn="l">
              <a:defRPr sz="1275" b="0">
                <a:solidFill>
                  <a:srgbClr val="62708A"/>
                </a:solidFill>
                <a:latin typeface="Arial"/>
                <a:ea typeface="Arial"/>
                <a:cs typeface="Arial"/>
              </a:defRPr>
            </a:lvl1pPr>
            <a:lvl2pPr algn="l">
              <a:defRPr sz="1275" b="0">
                <a:solidFill>
                  <a:srgbClr val="62708A"/>
                </a:solidFill>
                <a:latin typeface="Arial"/>
                <a:ea typeface="Arial"/>
                <a:cs typeface="Arial"/>
              </a:defRPr>
            </a:lvl2pPr>
            <a:lvl3pPr algn="l">
              <a:defRPr sz="1275" b="0">
                <a:solidFill>
                  <a:srgbClr val="62708A"/>
                </a:solidFill>
                <a:latin typeface="Arial"/>
                <a:ea typeface="Arial"/>
                <a:cs typeface="Arial"/>
              </a:defRPr>
            </a:lvl3pPr>
            <a:lvl4pPr algn="l">
              <a:defRPr sz="1275" b="0">
                <a:solidFill>
                  <a:srgbClr val="62708A"/>
                </a:solidFill>
                <a:latin typeface="Arial"/>
                <a:ea typeface="Arial"/>
                <a:cs typeface="Arial"/>
              </a:defRPr>
            </a:lvl4pPr>
            <a:lvl5pPr algn="l">
              <a:defRPr sz="1275" b="0">
                <a:solidFill>
                  <a:srgbClr val="62708A"/>
                </a:solidFill>
                <a:latin typeface="Arial"/>
                <a:ea typeface="Arial"/>
                <a:cs typeface="Arial"/>
              </a:defRPr>
            </a:lvl5pPr>
            <a:lvl6pPr algn="l">
              <a:defRPr sz="1275" b="0">
                <a:solidFill>
                  <a:srgbClr val="62708A"/>
                </a:solidFill>
                <a:latin typeface="Arial"/>
                <a:ea typeface="Arial"/>
                <a:cs typeface="Arial"/>
              </a:defRPr>
            </a:lvl6pPr>
            <a:lvl7pPr algn="l">
              <a:defRPr sz="1275" b="0">
                <a:solidFill>
                  <a:srgbClr val="62708A"/>
                </a:solidFill>
                <a:latin typeface="Arial"/>
                <a:ea typeface="Arial"/>
                <a:cs typeface="Arial"/>
              </a:defRPr>
            </a:lvl7pPr>
            <a:lvl8pPr algn="l">
              <a:defRPr sz="1275" b="0">
                <a:solidFill>
                  <a:srgbClr val="62708A"/>
                </a:solidFill>
                <a:latin typeface="Arial"/>
                <a:ea typeface="Arial"/>
                <a:cs typeface="Arial"/>
              </a:defRPr>
            </a:lvl8pPr>
            <a:lvl9pPr algn="l">
              <a:defRPr sz="1275" b="0">
                <a:solidFill>
                  <a:srgbClr val="62708A"/>
                </a:solidFill>
                <a:latin typeface="Arial"/>
                <a:ea typeface="Arial"/>
                <a:cs typeface="Arial"/>
              </a:defRPr>
            </a:lvl9pPr>
          </a:lstStyle>
          <a:p xmlns:a="http://schemas.openxmlformats.org/drawingml/2006/main">
            <a:pPr algn="l">
              <a:defRPr sz="1275" b="0">
                <a:solidFill>
                  <a:srgbClr val="62708A"/>
                </a:solidFill>
                <a:latin typeface="Arial"/>
                <a:ea typeface="Arial"/>
                <a:cs typeface="Arial"/>
              </a:defRPr>
            </a:pPr>
            <a:r>
              <a:rPr sz="1275" b="0">
                <a:solidFill>
                  <a:srgbClr val="62708A"/>
                </a:solidFill>
                <a:latin typeface="Arial"/>
                <a:ea typeface="Arial"/>
                <a:cs typeface="Arial"/>
              </a:rPr>
              <a:t>Dashboard y CRUD con Repository</a:t>
            </a:r>
          </a:p>
        </p:txBody>
      </p:sp>
      <p:sp>
        <p:nvSpPr>
          <p:cNvPr id="15" name="">
            <a:extLst xmlns:a="http://schemas.openxmlformats.org/drawingml/2006/main">
              <a:ext uri="{FF2B5EF4-FFF2-40B4-BE49-F238E27FC236}">
                <a16:creationId xmlns:a16="http://schemas.microsoft.com/office/drawing/2014/main" id="{29F388BA-B78B-4BA9-A11D-FE6F294ACE3B}"/>
              </a:ext>
            </a:extLst>
          </p:cNvPr>
          <p:cNvSpPr>
            <a:spLocks xmlns:a="http://schemas.openxmlformats.org/drawingml/2006/main" noGrp="1"/>
          </p:cNvSpPr>
          <p:nvPr/>
        </p:nvSpPr>
        <p:spPr>
          <a:xfrm xmlns:a="http://schemas.openxmlformats.org/drawingml/2006/main">
            <a:off x="6096000" y="1952625"/>
            <a:ext cx="24765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CE3EF"/>
            </a:solidFill>
            <a:prstDash val="solid"/>
          </a:ln>
        </p:spPr>
      </p:sp>
      <p:sp>
        <p:nvSpPr>
          <p:cNvPr id="16" name="">
            <a:extLst xmlns:a="http://schemas.openxmlformats.org/drawingml/2006/main">
              <a:ext uri="{FF2B5EF4-FFF2-40B4-BE49-F238E27FC236}">
                <a16:creationId xmlns:a16="http://schemas.microsoft.com/office/drawing/2014/main" id="{98CC13A8-F440-4D32-A71B-7922263540CC}"/>
              </a:ext>
            </a:extLst>
          </p:cNvPr>
          <p:cNvSpPr>
            <a:spLocks xmlns:a="http://schemas.openxmlformats.org/drawingml/2006/main" noGrp="1"/>
          </p:cNvSpPr>
          <p:nvPr/>
        </p:nvSpPr>
        <p:spPr>
          <a:xfrm xmlns:a="http://schemas.openxmlformats.org/drawingml/2006/main">
            <a:off x="6305550" y="21907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2864E8"/>
                </a:solidFill>
                <a:latin typeface="Arial"/>
                <a:ea typeface="Arial"/>
                <a:cs typeface="Arial"/>
              </a:defRPr>
            </a:defPPr>
            <a:lvl1pPr algn="l">
              <a:defRPr sz="1725" b="1">
                <a:solidFill>
                  <a:srgbClr val="2864E8"/>
                </a:solidFill>
                <a:latin typeface="Arial"/>
                <a:ea typeface="Arial"/>
                <a:cs typeface="Arial"/>
              </a:defRPr>
            </a:lvl1pPr>
            <a:lvl2pPr algn="l">
              <a:defRPr sz="1725" b="1">
                <a:solidFill>
                  <a:srgbClr val="2864E8"/>
                </a:solidFill>
                <a:latin typeface="Arial"/>
                <a:ea typeface="Arial"/>
                <a:cs typeface="Arial"/>
              </a:defRPr>
            </a:lvl2pPr>
            <a:lvl3pPr algn="l">
              <a:defRPr sz="1725" b="1">
                <a:solidFill>
                  <a:srgbClr val="2864E8"/>
                </a:solidFill>
                <a:latin typeface="Arial"/>
                <a:ea typeface="Arial"/>
                <a:cs typeface="Arial"/>
              </a:defRPr>
            </a:lvl3pPr>
            <a:lvl4pPr algn="l">
              <a:defRPr sz="1725" b="1">
                <a:solidFill>
                  <a:srgbClr val="2864E8"/>
                </a:solidFill>
                <a:latin typeface="Arial"/>
                <a:ea typeface="Arial"/>
                <a:cs typeface="Arial"/>
              </a:defRPr>
            </a:lvl4pPr>
            <a:lvl5pPr algn="l">
              <a:defRPr sz="1725" b="1">
                <a:solidFill>
                  <a:srgbClr val="2864E8"/>
                </a:solidFill>
                <a:latin typeface="Arial"/>
                <a:ea typeface="Arial"/>
                <a:cs typeface="Arial"/>
              </a:defRPr>
            </a:lvl5pPr>
            <a:lvl6pPr algn="l">
              <a:defRPr sz="1725" b="1">
                <a:solidFill>
                  <a:srgbClr val="2864E8"/>
                </a:solidFill>
                <a:latin typeface="Arial"/>
                <a:ea typeface="Arial"/>
                <a:cs typeface="Arial"/>
              </a:defRPr>
            </a:lvl6pPr>
            <a:lvl7pPr algn="l">
              <a:defRPr sz="1725" b="1">
                <a:solidFill>
                  <a:srgbClr val="2864E8"/>
                </a:solidFill>
                <a:latin typeface="Arial"/>
                <a:ea typeface="Arial"/>
                <a:cs typeface="Arial"/>
              </a:defRPr>
            </a:lvl7pPr>
            <a:lvl8pPr algn="l">
              <a:defRPr sz="1725" b="1">
                <a:solidFill>
                  <a:srgbClr val="2864E8"/>
                </a:solidFill>
                <a:latin typeface="Arial"/>
                <a:ea typeface="Arial"/>
                <a:cs typeface="Arial"/>
              </a:defRPr>
            </a:lvl8pPr>
            <a:lvl9pPr algn="l">
              <a:defRPr sz="1725" b="1">
                <a:solidFill>
                  <a:srgbClr val="2864E8"/>
                </a:solidFill>
                <a:latin typeface="Arial"/>
                <a:ea typeface="Arial"/>
                <a:cs typeface="Arial"/>
              </a:defRPr>
            </a:lvl9pPr>
          </a:lstStyle>
          <a:p xmlns:a="http://schemas.openxmlformats.org/drawingml/2006/main">
            <a:pPr algn="l">
              <a:defRPr sz="1725" b="1">
                <a:solidFill>
                  <a:srgbClr val="2864E8"/>
                </a:solidFill>
                <a:latin typeface="Arial"/>
                <a:ea typeface="Arial"/>
                <a:cs typeface="Arial"/>
              </a:defRPr>
            </a:pPr>
            <a:r>
              <a:rPr sz="1725" b="1">
                <a:solidFill>
                  <a:srgbClr val="2864E8"/>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1FE0405C-DB5F-4833-91AF-E62C42DCF76C}"/>
              </a:ext>
            </a:extLst>
          </p:cNvPr>
          <p:cNvSpPr>
            <a:spLocks xmlns:a="http://schemas.openxmlformats.org/drawingml/2006/main" noGrp="1"/>
          </p:cNvSpPr>
          <p:nvPr/>
        </p:nvSpPr>
        <p:spPr>
          <a:xfrm xmlns:a="http://schemas.openxmlformats.org/drawingml/2006/main">
            <a:off x="6305550" y="26479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5213C"/>
                </a:solidFill>
                <a:latin typeface="Arial"/>
                <a:ea typeface="Arial"/>
                <a:cs typeface="Arial"/>
              </a:defRPr>
            </a:defPPr>
            <a:lvl1pPr algn="l">
              <a:defRPr sz="1875" b="1">
                <a:solidFill>
                  <a:srgbClr val="15213C"/>
                </a:solidFill>
                <a:latin typeface="Arial"/>
                <a:ea typeface="Arial"/>
                <a:cs typeface="Arial"/>
              </a:defRPr>
            </a:lvl1pPr>
            <a:lvl2pPr algn="l">
              <a:defRPr sz="1875" b="1">
                <a:solidFill>
                  <a:srgbClr val="15213C"/>
                </a:solidFill>
                <a:latin typeface="Arial"/>
                <a:ea typeface="Arial"/>
                <a:cs typeface="Arial"/>
              </a:defRPr>
            </a:lvl2pPr>
            <a:lvl3pPr algn="l">
              <a:defRPr sz="1875" b="1">
                <a:solidFill>
                  <a:srgbClr val="15213C"/>
                </a:solidFill>
                <a:latin typeface="Arial"/>
                <a:ea typeface="Arial"/>
                <a:cs typeface="Arial"/>
              </a:defRPr>
            </a:lvl3pPr>
            <a:lvl4pPr algn="l">
              <a:defRPr sz="1875" b="1">
                <a:solidFill>
                  <a:srgbClr val="15213C"/>
                </a:solidFill>
                <a:latin typeface="Arial"/>
                <a:ea typeface="Arial"/>
                <a:cs typeface="Arial"/>
              </a:defRPr>
            </a:lvl4pPr>
            <a:lvl5pPr algn="l">
              <a:defRPr sz="1875" b="1">
                <a:solidFill>
                  <a:srgbClr val="15213C"/>
                </a:solidFill>
                <a:latin typeface="Arial"/>
                <a:ea typeface="Arial"/>
                <a:cs typeface="Arial"/>
              </a:defRPr>
            </a:lvl5pPr>
            <a:lvl6pPr algn="l">
              <a:defRPr sz="1875" b="1">
                <a:solidFill>
                  <a:srgbClr val="15213C"/>
                </a:solidFill>
                <a:latin typeface="Arial"/>
                <a:ea typeface="Arial"/>
                <a:cs typeface="Arial"/>
              </a:defRPr>
            </a:lvl6pPr>
            <a:lvl7pPr algn="l">
              <a:defRPr sz="1875" b="1">
                <a:solidFill>
                  <a:srgbClr val="15213C"/>
                </a:solidFill>
                <a:latin typeface="Arial"/>
                <a:ea typeface="Arial"/>
                <a:cs typeface="Arial"/>
              </a:defRPr>
            </a:lvl7pPr>
            <a:lvl8pPr algn="l">
              <a:defRPr sz="1875" b="1">
                <a:solidFill>
                  <a:srgbClr val="15213C"/>
                </a:solidFill>
                <a:latin typeface="Arial"/>
                <a:ea typeface="Arial"/>
                <a:cs typeface="Arial"/>
              </a:defRPr>
            </a:lvl8pPr>
            <a:lvl9pPr algn="l">
              <a:defRPr sz="1875" b="1">
                <a:solidFill>
                  <a:srgbClr val="15213C"/>
                </a:solidFill>
                <a:latin typeface="Arial"/>
                <a:ea typeface="Arial"/>
                <a:cs typeface="Arial"/>
              </a:defRPr>
            </a:lvl9pPr>
          </a:lstStyle>
          <a:p xmlns:a="http://schemas.openxmlformats.org/drawingml/2006/main">
            <a:pPr algn="l">
              <a:defRPr sz="1875" b="1">
                <a:solidFill>
                  <a:srgbClr val="15213C"/>
                </a:solidFill>
                <a:latin typeface="Arial"/>
                <a:ea typeface="Arial"/>
                <a:cs typeface="Arial"/>
              </a:defRPr>
            </a:pPr>
            <a:r>
              <a:rPr sz="1875" b="1">
                <a:solidFill>
                  <a:srgbClr val="15213C"/>
                </a:solidFill>
                <a:latin typeface="Arial"/>
                <a:ea typeface="Arial"/>
                <a:cs typeface="Arial"/>
              </a:rPr>
              <a:t>Catálogos</a:t>
            </a:r>
          </a:p>
        </p:txBody>
      </p:sp>
      <p:sp>
        <p:nvSpPr>
          <p:cNvPr id="18" name="">
            <a:extLst xmlns:a="http://schemas.openxmlformats.org/drawingml/2006/main">
              <a:ext uri="{FF2B5EF4-FFF2-40B4-BE49-F238E27FC236}">
                <a16:creationId xmlns:a16="http://schemas.microsoft.com/office/drawing/2014/main" id="{A53B6328-B782-4A98-A7C9-A9B7E5F0849D}"/>
              </a:ext>
            </a:extLst>
          </p:cNvPr>
          <p:cNvSpPr>
            <a:spLocks xmlns:a="http://schemas.openxmlformats.org/drawingml/2006/main" noGrp="1"/>
          </p:cNvSpPr>
          <p:nvPr/>
        </p:nvSpPr>
        <p:spPr>
          <a:xfrm xmlns:a="http://schemas.openxmlformats.org/drawingml/2006/main">
            <a:off x="6305550" y="3238500"/>
            <a:ext cx="2047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62708A"/>
                </a:solidFill>
                <a:latin typeface="Arial"/>
                <a:ea typeface="Arial"/>
                <a:cs typeface="Arial"/>
              </a:defRPr>
            </a:defPPr>
            <a:lvl1pPr algn="l">
              <a:defRPr sz="1275" b="0">
                <a:solidFill>
                  <a:srgbClr val="62708A"/>
                </a:solidFill>
                <a:latin typeface="Arial"/>
                <a:ea typeface="Arial"/>
                <a:cs typeface="Arial"/>
              </a:defRPr>
            </a:lvl1pPr>
            <a:lvl2pPr algn="l">
              <a:defRPr sz="1275" b="0">
                <a:solidFill>
                  <a:srgbClr val="62708A"/>
                </a:solidFill>
                <a:latin typeface="Arial"/>
                <a:ea typeface="Arial"/>
                <a:cs typeface="Arial"/>
              </a:defRPr>
            </a:lvl2pPr>
            <a:lvl3pPr algn="l">
              <a:defRPr sz="1275" b="0">
                <a:solidFill>
                  <a:srgbClr val="62708A"/>
                </a:solidFill>
                <a:latin typeface="Arial"/>
                <a:ea typeface="Arial"/>
                <a:cs typeface="Arial"/>
              </a:defRPr>
            </a:lvl3pPr>
            <a:lvl4pPr algn="l">
              <a:defRPr sz="1275" b="0">
                <a:solidFill>
                  <a:srgbClr val="62708A"/>
                </a:solidFill>
                <a:latin typeface="Arial"/>
                <a:ea typeface="Arial"/>
                <a:cs typeface="Arial"/>
              </a:defRPr>
            </a:lvl4pPr>
            <a:lvl5pPr algn="l">
              <a:defRPr sz="1275" b="0">
                <a:solidFill>
                  <a:srgbClr val="62708A"/>
                </a:solidFill>
                <a:latin typeface="Arial"/>
                <a:ea typeface="Arial"/>
                <a:cs typeface="Arial"/>
              </a:defRPr>
            </a:lvl5pPr>
            <a:lvl6pPr algn="l">
              <a:defRPr sz="1275" b="0">
                <a:solidFill>
                  <a:srgbClr val="62708A"/>
                </a:solidFill>
                <a:latin typeface="Arial"/>
                <a:ea typeface="Arial"/>
                <a:cs typeface="Arial"/>
              </a:defRPr>
            </a:lvl6pPr>
            <a:lvl7pPr algn="l">
              <a:defRPr sz="1275" b="0">
                <a:solidFill>
                  <a:srgbClr val="62708A"/>
                </a:solidFill>
                <a:latin typeface="Arial"/>
                <a:ea typeface="Arial"/>
                <a:cs typeface="Arial"/>
              </a:defRPr>
            </a:lvl7pPr>
            <a:lvl8pPr algn="l">
              <a:defRPr sz="1275" b="0">
                <a:solidFill>
                  <a:srgbClr val="62708A"/>
                </a:solidFill>
                <a:latin typeface="Arial"/>
                <a:ea typeface="Arial"/>
                <a:cs typeface="Arial"/>
              </a:defRPr>
            </a:lvl8pPr>
            <a:lvl9pPr algn="l">
              <a:defRPr sz="1275" b="0">
                <a:solidFill>
                  <a:srgbClr val="62708A"/>
                </a:solidFill>
                <a:latin typeface="Arial"/>
                <a:ea typeface="Arial"/>
                <a:cs typeface="Arial"/>
              </a:defRPr>
            </a:lvl9pPr>
          </a:lstStyle>
          <a:p xmlns:a="http://schemas.openxmlformats.org/drawingml/2006/main">
            <a:pPr algn="l">
              <a:defRPr sz="1275" b="0">
                <a:solidFill>
                  <a:srgbClr val="62708A"/>
                </a:solidFill>
                <a:latin typeface="Arial"/>
                <a:ea typeface="Arial"/>
                <a:cs typeface="Arial"/>
              </a:defRPr>
            </a:pPr>
            <a:r>
              <a:rPr sz="1275" b="0">
                <a:solidFill>
                  <a:srgbClr val="62708A"/>
                </a:solidFill>
                <a:latin typeface="Arial"/>
                <a:ea typeface="Arial"/>
                <a:cs typeface="Arial"/>
              </a:rPr>
              <a:t>Clientes, proveedores, repuestos y servicios</a:t>
            </a:r>
          </a:p>
        </p:txBody>
      </p:sp>
      <p:sp>
        <p:nvSpPr>
          <p:cNvPr id="19" name="">
            <a:extLst xmlns:a="http://schemas.openxmlformats.org/drawingml/2006/main">
              <a:ext uri="{FF2B5EF4-FFF2-40B4-BE49-F238E27FC236}">
                <a16:creationId xmlns:a16="http://schemas.microsoft.com/office/drawing/2014/main" id="{B7480A27-7D1A-4D2C-9CE3-E6E7EB17A6FD}"/>
              </a:ext>
            </a:extLst>
          </p:cNvPr>
          <p:cNvSpPr>
            <a:spLocks xmlns:a="http://schemas.openxmlformats.org/drawingml/2006/main" noGrp="1"/>
          </p:cNvSpPr>
          <p:nvPr/>
        </p:nvSpPr>
        <p:spPr>
          <a:xfrm xmlns:a="http://schemas.openxmlformats.org/drawingml/2006/main">
            <a:off x="8839200" y="1952625"/>
            <a:ext cx="2476500" cy="2190750"/>
          </a:xfrm>
          <a:prstGeom xmlns:a="http://schemas.openxmlformats.org/drawingml/2006/main" prst="roundRect">
            <a:avLst>
              <a:gd name="adj" fmla="val 3478"/>
            </a:avLst>
          </a:prstGeom>
          <a:solidFill xmlns:a="http://schemas.openxmlformats.org/drawingml/2006/main">
            <a:srgbClr val="101A3D"/>
          </a:solidFill>
          <a:ln xmlns:a="http://schemas.openxmlformats.org/drawingml/2006/main" w="9525">
            <a:solidFill>
              <a:srgbClr val="101A3D"/>
            </a:solidFill>
            <a:prstDash val="solid"/>
          </a:ln>
        </p:spPr>
      </p:sp>
      <p:sp>
        <p:nvSpPr>
          <p:cNvPr id="20" name="">
            <a:extLst xmlns:a="http://schemas.openxmlformats.org/drawingml/2006/main">
              <a:ext uri="{FF2B5EF4-FFF2-40B4-BE49-F238E27FC236}">
                <a16:creationId xmlns:a16="http://schemas.microsoft.com/office/drawing/2014/main" id="{2494B7BB-9C91-490D-BA64-07C48B5C7E9B}"/>
              </a:ext>
            </a:extLst>
          </p:cNvPr>
          <p:cNvSpPr>
            <a:spLocks xmlns:a="http://schemas.openxmlformats.org/drawingml/2006/main" noGrp="1"/>
          </p:cNvSpPr>
          <p:nvPr/>
        </p:nvSpPr>
        <p:spPr>
          <a:xfrm xmlns:a="http://schemas.openxmlformats.org/drawingml/2006/main">
            <a:off x="9048750" y="21907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52B1F3"/>
                </a:solidFill>
                <a:latin typeface="Arial"/>
                <a:ea typeface="Arial"/>
                <a:cs typeface="Arial"/>
              </a:defRPr>
            </a:defPPr>
            <a:lvl1pPr algn="l">
              <a:defRPr sz="1725" b="1">
                <a:solidFill>
                  <a:srgbClr val="52B1F3"/>
                </a:solidFill>
                <a:latin typeface="Arial"/>
                <a:ea typeface="Arial"/>
                <a:cs typeface="Arial"/>
              </a:defRPr>
            </a:lvl1pPr>
            <a:lvl2pPr algn="l">
              <a:defRPr sz="1725" b="1">
                <a:solidFill>
                  <a:srgbClr val="52B1F3"/>
                </a:solidFill>
                <a:latin typeface="Arial"/>
                <a:ea typeface="Arial"/>
                <a:cs typeface="Arial"/>
              </a:defRPr>
            </a:lvl2pPr>
            <a:lvl3pPr algn="l">
              <a:defRPr sz="1725" b="1">
                <a:solidFill>
                  <a:srgbClr val="52B1F3"/>
                </a:solidFill>
                <a:latin typeface="Arial"/>
                <a:ea typeface="Arial"/>
                <a:cs typeface="Arial"/>
              </a:defRPr>
            </a:lvl3pPr>
            <a:lvl4pPr algn="l">
              <a:defRPr sz="1725" b="1">
                <a:solidFill>
                  <a:srgbClr val="52B1F3"/>
                </a:solidFill>
                <a:latin typeface="Arial"/>
                <a:ea typeface="Arial"/>
                <a:cs typeface="Arial"/>
              </a:defRPr>
            </a:lvl4pPr>
            <a:lvl5pPr algn="l">
              <a:defRPr sz="1725" b="1">
                <a:solidFill>
                  <a:srgbClr val="52B1F3"/>
                </a:solidFill>
                <a:latin typeface="Arial"/>
                <a:ea typeface="Arial"/>
                <a:cs typeface="Arial"/>
              </a:defRPr>
            </a:lvl5pPr>
            <a:lvl6pPr algn="l">
              <a:defRPr sz="1725" b="1">
                <a:solidFill>
                  <a:srgbClr val="52B1F3"/>
                </a:solidFill>
                <a:latin typeface="Arial"/>
                <a:ea typeface="Arial"/>
                <a:cs typeface="Arial"/>
              </a:defRPr>
            </a:lvl6pPr>
            <a:lvl7pPr algn="l">
              <a:defRPr sz="1725" b="1">
                <a:solidFill>
                  <a:srgbClr val="52B1F3"/>
                </a:solidFill>
                <a:latin typeface="Arial"/>
                <a:ea typeface="Arial"/>
                <a:cs typeface="Arial"/>
              </a:defRPr>
            </a:lvl7pPr>
            <a:lvl8pPr algn="l">
              <a:defRPr sz="1725" b="1">
                <a:solidFill>
                  <a:srgbClr val="52B1F3"/>
                </a:solidFill>
                <a:latin typeface="Arial"/>
                <a:ea typeface="Arial"/>
                <a:cs typeface="Arial"/>
              </a:defRPr>
            </a:lvl8pPr>
            <a:lvl9pPr algn="l">
              <a:defRPr sz="1725" b="1">
                <a:solidFill>
                  <a:srgbClr val="52B1F3"/>
                </a:solidFill>
                <a:latin typeface="Arial"/>
                <a:ea typeface="Arial"/>
                <a:cs typeface="Arial"/>
              </a:defRPr>
            </a:lvl9pPr>
          </a:lstStyle>
          <a:p xmlns:a="http://schemas.openxmlformats.org/drawingml/2006/main">
            <a:pPr algn="l">
              <a:defRPr sz="1725" b="1">
                <a:solidFill>
                  <a:srgbClr val="52B1F3"/>
                </a:solidFill>
                <a:latin typeface="Arial"/>
                <a:ea typeface="Arial"/>
                <a:cs typeface="Arial"/>
              </a:defRPr>
            </a:pPr>
            <a:r>
              <a:rPr sz="1725" b="1">
                <a:solidFill>
                  <a:srgbClr val="52B1F3"/>
                </a:solidFill>
                <a:latin typeface="Arial"/>
                <a:ea typeface="Arial"/>
                <a:cs typeface="Arial"/>
              </a:rPr>
              <a:t>06</a:t>
            </a:r>
          </a:p>
        </p:txBody>
      </p:sp>
      <p:sp>
        <p:nvSpPr>
          <p:cNvPr id="21" name="">
            <a:extLst xmlns:a="http://schemas.openxmlformats.org/drawingml/2006/main">
              <a:ext uri="{FF2B5EF4-FFF2-40B4-BE49-F238E27FC236}">
                <a16:creationId xmlns:a16="http://schemas.microsoft.com/office/drawing/2014/main" id="{AC549264-BB78-4AAC-9D17-145BFF5B417E}"/>
              </a:ext>
            </a:extLst>
          </p:cNvPr>
          <p:cNvSpPr>
            <a:spLocks xmlns:a="http://schemas.openxmlformats.org/drawingml/2006/main" noGrp="1"/>
          </p:cNvSpPr>
          <p:nvPr/>
        </p:nvSpPr>
        <p:spPr>
          <a:xfrm xmlns:a="http://schemas.openxmlformats.org/drawingml/2006/main">
            <a:off x="9048750" y="26479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FFFFF"/>
                </a:solidFill>
                <a:latin typeface="Arial"/>
                <a:ea typeface="Arial"/>
                <a:cs typeface="Arial"/>
              </a:defRPr>
            </a:defPPr>
            <a:lvl1pPr algn="l">
              <a:defRPr sz="1875" b="1">
                <a:solidFill>
                  <a:srgbClr val="FFFFFF"/>
                </a:solidFill>
                <a:latin typeface="Arial"/>
                <a:ea typeface="Arial"/>
                <a:cs typeface="Arial"/>
              </a:defRPr>
            </a:lvl1pPr>
            <a:lvl2pPr algn="l">
              <a:defRPr sz="1875" b="1">
                <a:solidFill>
                  <a:srgbClr val="FFFFFF"/>
                </a:solidFill>
                <a:latin typeface="Arial"/>
                <a:ea typeface="Arial"/>
                <a:cs typeface="Arial"/>
              </a:defRPr>
            </a:lvl2pPr>
            <a:lvl3pPr algn="l">
              <a:defRPr sz="1875" b="1">
                <a:solidFill>
                  <a:srgbClr val="FFFFFF"/>
                </a:solidFill>
                <a:latin typeface="Arial"/>
                <a:ea typeface="Arial"/>
                <a:cs typeface="Arial"/>
              </a:defRPr>
            </a:lvl3pPr>
            <a:lvl4pPr algn="l">
              <a:defRPr sz="1875" b="1">
                <a:solidFill>
                  <a:srgbClr val="FFFFFF"/>
                </a:solidFill>
                <a:latin typeface="Arial"/>
                <a:ea typeface="Arial"/>
                <a:cs typeface="Arial"/>
              </a:defRPr>
            </a:lvl4pPr>
            <a:lvl5pPr algn="l">
              <a:defRPr sz="1875" b="1">
                <a:solidFill>
                  <a:srgbClr val="FFFFFF"/>
                </a:solidFill>
                <a:latin typeface="Arial"/>
                <a:ea typeface="Arial"/>
                <a:cs typeface="Arial"/>
              </a:defRPr>
            </a:lvl5pPr>
            <a:lvl6pPr algn="l">
              <a:defRPr sz="1875" b="1">
                <a:solidFill>
                  <a:srgbClr val="FFFFFF"/>
                </a:solidFill>
                <a:latin typeface="Arial"/>
                <a:ea typeface="Arial"/>
                <a:cs typeface="Arial"/>
              </a:defRPr>
            </a:lvl6pPr>
            <a:lvl7pPr algn="l">
              <a:defRPr sz="1875" b="1">
                <a:solidFill>
                  <a:srgbClr val="FFFFFF"/>
                </a:solidFill>
                <a:latin typeface="Arial"/>
                <a:ea typeface="Arial"/>
                <a:cs typeface="Arial"/>
              </a:defRPr>
            </a:lvl7pPr>
            <a:lvl8pPr algn="l">
              <a:defRPr sz="1875" b="1">
                <a:solidFill>
                  <a:srgbClr val="FFFFFF"/>
                </a:solidFill>
                <a:latin typeface="Arial"/>
                <a:ea typeface="Arial"/>
                <a:cs typeface="Arial"/>
              </a:defRPr>
            </a:lvl8pPr>
            <a:lvl9pPr algn="l">
              <a:defRPr sz="1875" b="1">
                <a:solidFill>
                  <a:srgbClr val="FFFFFF"/>
                </a:solidFill>
                <a:latin typeface="Arial"/>
                <a:ea typeface="Arial"/>
                <a:cs typeface="Arial"/>
              </a:defRPr>
            </a:lvl9pPr>
          </a:lstStyle>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Ventas</a:t>
            </a:r>
          </a:p>
        </p:txBody>
      </p:sp>
      <p:sp>
        <p:nvSpPr>
          <p:cNvPr id="22" name="">
            <a:extLst xmlns:a="http://schemas.openxmlformats.org/drawingml/2006/main">
              <a:ext uri="{FF2B5EF4-FFF2-40B4-BE49-F238E27FC236}">
                <a16:creationId xmlns:a16="http://schemas.microsoft.com/office/drawing/2014/main" id="{A1CD9C1E-777C-4429-A80A-EDB81065EEC8}"/>
              </a:ext>
            </a:extLst>
          </p:cNvPr>
          <p:cNvSpPr>
            <a:spLocks xmlns:a="http://schemas.openxmlformats.org/drawingml/2006/main" noGrp="1"/>
          </p:cNvSpPr>
          <p:nvPr/>
        </p:nvSpPr>
        <p:spPr>
          <a:xfrm xmlns:a="http://schemas.openxmlformats.org/drawingml/2006/main">
            <a:off x="9048750" y="3238500"/>
            <a:ext cx="2047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CFD8F0"/>
                </a:solidFill>
                <a:latin typeface="Arial"/>
                <a:ea typeface="Arial"/>
                <a:cs typeface="Arial"/>
              </a:defRPr>
            </a:defPPr>
            <a:lvl1pPr algn="l">
              <a:defRPr sz="1275" b="0">
                <a:solidFill>
                  <a:srgbClr val="CFD8F0"/>
                </a:solidFill>
                <a:latin typeface="Arial"/>
                <a:ea typeface="Arial"/>
                <a:cs typeface="Arial"/>
              </a:defRPr>
            </a:lvl1pPr>
            <a:lvl2pPr algn="l">
              <a:defRPr sz="1275" b="0">
                <a:solidFill>
                  <a:srgbClr val="CFD8F0"/>
                </a:solidFill>
                <a:latin typeface="Arial"/>
                <a:ea typeface="Arial"/>
                <a:cs typeface="Arial"/>
              </a:defRPr>
            </a:lvl2pPr>
            <a:lvl3pPr algn="l">
              <a:defRPr sz="1275" b="0">
                <a:solidFill>
                  <a:srgbClr val="CFD8F0"/>
                </a:solidFill>
                <a:latin typeface="Arial"/>
                <a:ea typeface="Arial"/>
                <a:cs typeface="Arial"/>
              </a:defRPr>
            </a:lvl3pPr>
            <a:lvl4pPr algn="l">
              <a:defRPr sz="1275" b="0">
                <a:solidFill>
                  <a:srgbClr val="CFD8F0"/>
                </a:solidFill>
                <a:latin typeface="Arial"/>
                <a:ea typeface="Arial"/>
                <a:cs typeface="Arial"/>
              </a:defRPr>
            </a:lvl4pPr>
            <a:lvl5pPr algn="l">
              <a:defRPr sz="1275" b="0">
                <a:solidFill>
                  <a:srgbClr val="CFD8F0"/>
                </a:solidFill>
                <a:latin typeface="Arial"/>
                <a:ea typeface="Arial"/>
                <a:cs typeface="Arial"/>
              </a:defRPr>
            </a:lvl5pPr>
            <a:lvl6pPr algn="l">
              <a:defRPr sz="1275" b="0">
                <a:solidFill>
                  <a:srgbClr val="CFD8F0"/>
                </a:solidFill>
                <a:latin typeface="Arial"/>
                <a:ea typeface="Arial"/>
                <a:cs typeface="Arial"/>
              </a:defRPr>
            </a:lvl6pPr>
            <a:lvl7pPr algn="l">
              <a:defRPr sz="1275" b="0">
                <a:solidFill>
                  <a:srgbClr val="CFD8F0"/>
                </a:solidFill>
                <a:latin typeface="Arial"/>
                <a:ea typeface="Arial"/>
                <a:cs typeface="Arial"/>
              </a:defRPr>
            </a:lvl7pPr>
            <a:lvl8pPr algn="l">
              <a:defRPr sz="1275" b="0">
                <a:solidFill>
                  <a:srgbClr val="CFD8F0"/>
                </a:solidFill>
                <a:latin typeface="Arial"/>
                <a:ea typeface="Arial"/>
                <a:cs typeface="Arial"/>
              </a:defRPr>
            </a:lvl8pPr>
            <a:lvl9pPr algn="l">
              <a:defRPr sz="1275" b="0">
                <a:solidFill>
                  <a:srgbClr val="CFD8F0"/>
                </a:solidFill>
                <a:latin typeface="Arial"/>
                <a:ea typeface="Arial"/>
                <a:cs typeface="Arial"/>
              </a:defRPr>
            </a:lvl9pPr>
          </a:lstStyle>
          <a:p xmlns:a="http://schemas.openxmlformats.org/drawingml/2006/main">
            <a:pPr algn="l">
              <a:defRPr sz="1275" b="0">
                <a:solidFill>
                  <a:srgbClr val="CFD8F0"/>
                </a:solidFill>
                <a:latin typeface="Arial"/>
                <a:ea typeface="Arial"/>
                <a:cs typeface="Arial"/>
              </a:defRPr>
            </a:pPr>
            <a:r>
              <a:rPr sz="1275" b="0">
                <a:solidFill>
                  <a:srgbClr val="CFD8F0"/>
                </a:solidFill>
                <a:latin typeface="Arial"/>
                <a:ea typeface="Arial"/>
                <a:cs typeface="Arial"/>
              </a:rPr>
              <a:t>SOLPED, venta y documentos</a:t>
            </a:r>
          </a:p>
        </p:txBody>
      </p:sp>
      <p:sp>
        <p:nvSpPr>
          <p:cNvPr id="23" name="">
            <a:extLst xmlns:a="http://schemas.openxmlformats.org/drawingml/2006/main">
              <a:ext uri="{FF2B5EF4-FFF2-40B4-BE49-F238E27FC236}">
                <a16:creationId xmlns:a16="http://schemas.microsoft.com/office/drawing/2014/main" id="{11A92B25-03E6-49B5-A9F2-24324F49662C}"/>
              </a:ext>
            </a:extLst>
          </p:cNvPr>
          <p:cNvSpPr>
            <a:spLocks xmlns:a="http://schemas.openxmlformats.org/drawingml/2006/main" noGrp="1"/>
          </p:cNvSpPr>
          <p:nvPr/>
        </p:nvSpPr>
        <p:spPr>
          <a:xfrm xmlns:a="http://schemas.openxmlformats.org/drawingml/2006/main">
            <a:off x="609600" y="4591050"/>
            <a:ext cx="10972800" cy="876300"/>
          </a:xfrm>
          <a:prstGeom xmlns:a="http://schemas.openxmlformats.org/drawingml/2006/main" prst="roundRect">
            <a:avLst>
              <a:gd name="adj" fmla="val 8696"/>
            </a:avLst>
          </a:prstGeom>
          <a:solidFill xmlns:a="http://schemas.openxmlformats.org/drawingml/2006/main">
            <a:srgbClr val="E8F0FF"/>
          </a:solidFill>
          <a:ln xmlns:a="http://schemas.openxmlformats.org/drawingml/2006/main" w="9525">
            <a:solidFill>
              <a:srgbClr val="E8F0FF"/>
            </a:solidFill>
            <a:prstDash val="solid"/>
          </a:ln>
        </p:spPr>
      </p:sp>
      <p:sp>
        <p:nvSpPr>
          <p:cNvPr id="24" name="">
            <a:extLst xmlns:a="http://schemas.openxmlformats.org/drawingml/2006/main">
              <a:ext uri="{FF2B5EF4-FFF2-40B4-BE49-F238E27FC236}">
                <a16:creationId xmlns:a16="http://schemas.microsoft.com/office/drawing/2014/main" id="{EDAF5217-96FE-49A6-8B78-739EF280450E}"/>
              </a:ext>
            </a:extLst>
          </p:cNvPr>
          <p:cNvSpPr>
            <a:spLocks xmlns:a="http://schemas.openxmlformats.org/drawingml/2006/main" noGrp="1"/>
          </p:cNvSpPr>
          <p:nvPr/>
        </p:nvSpPr>
        <p:spPr>
          <a:xfrm xmlns:a="http://schemas.openxmlformats.org/drawingml/2006/main">
            <a:off x="838200" y="4762500"/>
            <a:ext cx="276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2864E8"/>
                </a:solidFill>
                <a:latin typeface="Arial"/>
                <a:ea typeface="Arial"/>
                <a:cs typeface="Arial"/>
              </a:defRPr>
            </a:defPPr>
            <a:lvl1pPr algn="l">
              <a:defRPr sz="1425" b="1">
                <a:solidFill>
                  <a:srgbClr val="2864E8"/>
                </a:solidFill>
                <a:latin typeface="Arial"/>
                <a:ea typeface="Arial"/>
                <a:cs typeface="Arial"/>
              </a:defRPr>
            </a:lvl1pPr>
            <a:lvl2pPr algn="l">
              <a:defRPr sz="1425" b="1">
                <a:solidFill>
                  <a:srgbClr val="2864E8"/>
                </a:solidFill>
                <a:latin typeface="Arial"/>
                <a:ea typeface="Arial"/>
                <a:cs typeface="Arial"/>
              </a:defRPr>
            </a:lvl2pPr>
            <a:lvl3pPr algn="l">
              <a:defRPr sz="1425" b="1">
                <a:solidFill>
                  <a:srgbClr val="2864E8"/>
                </a:solidFill>
                <a:latin typeface="Arial"/>
                <a:ea typeface="Arial"/>
                <a:cs typeface="Arial"/>
              </a:defRPr>
            </a:lvl3pPr>
            <a:lvl4pPr algn="l">
              <a:defRPr sz="1425" b="1">
                <a:solidFill>
                  <a:srgbClr val="2864E8"/>
                </a:solidFill>
                <a:latin typeface="Arial"/>
                <a:ea typeface="Arial"/>
                <a:cs typeface="Arial"/>
              </a:defRPr>
            </a:lvl4pPr>
            <a:lvl5pPr algn="l">
              <a:defRPr sz="1425" b="1">
                <a:solidFill>
                  <a:srgbClr val="2864E8"/>
                </a:solidFill>
                <a:latin typeface="Arial"/>
                <a:ea typeface="Arial"/>
                <a:cs typeface="Arial"/>
              </a:defRPr>
            </a:lvl5pPr>
            <a:lvl6pPr algn="l">
              <a:defRPr sz="1425" b="1">
                <a:solidFill>
                  <a:srgbClr val="2864E8"/>
                </a:solidFill>
                <a:latin typeface="Arial"/>
                <a:ea typeface="Arial"/>
                <a:cs typeface="Arial"/>
              </a:defRPr>
            </a:lvl6pPr>
            <a:lvl7pPr algn="l">
              <a:defRPr sz="1425" b="1">
                <a:solidFill>
                  <a:srgbClr val="2864E8"/>
                </a:solidFill>
                <a:latin typeface="Arial"/>
                <a:ea typeface="Arial"/>
                <a:cs typeface="Arial"/>
              </a:defRPr>
            </a:lvl7pPr>
            <a:lvl8pPr algn="l">
              <a:defRPr sz="1425" b="1">
                <a:solidFill>
                  <a:srgbClr val="2864E8"/>
                </a:solidFill>
                <a:latin typeface="Arial"/>
                <a:ea typeface="Arial"/>
                <a:cs typeface="Arial"/>
              </a:defRPr>
            </a:lvl8pPr>
            <a:lvl9pPr algn="l">
              <a:defRPr sz="1425" b="1">
                <a:solidFill>
                  <a:srgbClr val="2864E8"/>
                </a:solidFill>
                <a:latin typeface="Arial"/>
                <a:ea typeface="Arial"/>
                <a:cs typeface="Arial"/>
              </a:defRPr>
            </a:lvl9pPr>
          </a:lstStyle>
          <a:p xmlns:a="http://schemas.openxmlformats.org/drawingml/2006/main">
            <a:pPr algn="l">
              <a:defRPr sz="1425" b="1">
                <a:solidFill>
                  <a:srgbClr val="2864E8"/>
                </a:solidFill>
                <a:latin typeface="Arial"/>
                <a:ea typeface="Arial"/>
                <a:cs typeface="Arial"/>
              </a:defRPr>
            </a:pPr>
            <a:r>
              <a:rPr sz="1425" b="1">
                <a:solidFill>
                  <a:srgbClr val="2864E8"/>
                </a:solidFill>
                <a:latin typeface="Arial"/>
                <a:ea typeface="Arial"/>
                <a:cs typeface="Arial"/>
              </a:rPr>
              <a:t>Presentación de esta semana</a:t>
            </a:r>
          </a:p>
        </p:txBody>
      </p:sp>
      <p:sp>
        <p:nvSpPr>
          <p:cNvPr id="25" name="">
            <a:extLst xmlns:a="http://schemas.openxmlformats.org/drawingml/2006/main">
              <a:ext uri="{FF2B5EF4-FFF2-40B4-BE49-F238E27FC236}">
                <a16:creationId xmlns:a16="http://schemas.microsoft.com/office/drawing/2014/main" id="{AE0BD2F9-D14A-4989-9B5F-4A883A347372}"/>
              </a:ext>
            </a:extLst>
          </p:cNvPr>
          <p:cNvSpPr>
            <a:spLocks xmlns:a="http://schemas.openxmlformats.org/drawingml/2006/main" noGrp="1"/>
          </p:cNvSpPr>
          <p:nvPr/>
        </p:nvSpPr>
        <p:spPr>
          <a:xfrm xmlns:a="http://schemas.openxmlformats.org/drawingml/2006/main">
            <a:off x="838200" y="5105400"/>
            <a:ext cx="10048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5213C"/>
                </a:solidFill>
                <a:latin typeface="Arial"/>
                <a:ea typeface="Arial"/>
                <a:cs typeface="Arial"/>
              </a:defRPr>
            </a:defPPr>
            <a:lvl1pPr algn="l">
              <a:defRPr sz="1350" b="0">
                <a:solidFill>
                  <a:srgbClr val="15213C"/>
                </a:solidFill>
                <a:latin typeface="Arial"/>
                <a:ea typeface="Arial"/>
                <a:cs typeface="Arial"/>
              </a:defRPr>
            </a:lvl1pPr>
            <a:lvl2pPr algn="l">
              <a:defRPr sz="1350" b="0">
                <a:solidFill>
                  <a:srgbClr val="15213C"/>
                </a:solidFill>
                <a:latin typeface="Arial"/>
                <a:ea typeface="Arial"/>
                <a:cs typeface="Arial"/>
              </a:defRPr>
            </a:lvl2pPr>
            <a:lvl3pPr algn="l">
              <a:defRPr sz="1350" b="0">
                <a:solidFill>
                  <a:srgbClr val="15213C"/>
                </a:solidFill>
                <a:latin typeface="Arial"/>
                <a:ea typeface="Arial"/>
                <a:cs typeface="Arial"/>
              </a:defRPr>
            </a:lvl3pPr>
            <a:lvl4pPr algn="l">
              <a:defRPr sz="1350" b="0">
                <a:solidFill>
                  <a:srgbClr val="15213C"/>
                </a:solidFill>
                <a:latin typeface="Arial"/>
                <a:ea typeface="Arial"/>
                <a:cs typeface="Arial"/>
              </a:defRPr>
            </a:lvl4pPr>
            <a:lvl5pPr algn="l">
              <a:defRPr sz="1350" b="0">
                <a:solidFill>
                  <a:srgbClr val="15213C"/>
                </a:solidFill>
                <a:latin typeface="Arial"/>
                <a:ea typeface="Arial"/>
                <a:cs typeface="Arial"/>
              </a:defRPr>
            </a:lvl5pPr>
            <a:lvl6pPr algn="l">
              <a:defRPr sz="1350" b="0">
                <a:solidFill>
                  <a:srgbClr val="15213C"/>
                </a:solidFill>
                <a:latin typeface="Arial"/>
                <a:ea typeface="Arial"/>
                <a:cs typeface="Arial"/>
              </a:defRPr>
            </a:lvl6pPr>
            <a:lvl7pPr algn="l">
              <a:defRPr sz="1350" b="0">
                <a:solidFill>
                  <a:srgbClr val="15213C"/>
                </a:solidFill>
                <a:latin typeface="Arial"/>
                <a:ea typeface="Arial"/>
                <a:cs typeface="Arial"/>
              </a:defRPr>
            </a:lvl7pPr>
            <a:lvl8pPr algn="l">
              <a:defRPr sz="1350" b="0">
                <a:solidFill>
                  <a:srgbClr val="15213C"/>
                </a:solidFill>
                <a:latin typeface="Arial"/>
                <a:ea typeface="Arial"/>
                <a:cs typeface="Arial"/>
              </a:defRPr>
            </a:lvl8pPr>
            <a:lvl9pPr algn="l">
              <a:defRPr sz="1350" b="0">
                <a:solidFill>
                  <a:srgbClr val="15213C"/>
                </a:solidFill>
                <a:latin typeface="Arial"/>
                <a:ea typeface="Arial"/>
                <a:cs typeface="Arial"/>
              </a:defRPr>
            </a:lvl9pPr>
          </a:lstStyle>
          <a:p xmlns:a="http://schemas.openxmlformats.org/drawingml/2006/main">
            <a:pPr algn="l">
              <a:defRPr sz="1350" b="0">
                <a:solidFill>
                  <a:srgbClr val="15213C"/>
                </a:solidFill>
                <a:latin typeface="Arial"/>
                <a:ea typeface="Arial"/>
                <a:cs typeface="Arial"/>
              </a:defRPr>
            </a:pPr>
            <a:r>
              <a:rPr sz="1350" b="0">
                <a:solidFill>
                  <a:srgbClr val="15213C"/>
                </a:solidFill>
                <a:latin typeface="Arial"/>
                <a:ea typeface="Arial"/>
                <a:cs typeface="Arial"/>
              </a:rPr>
              <a:t>Diseño y CRUD de ventas, carga de datos y análisis del código por bloques.</a:t>
            </a:r>
          </a:p>
        </p:txBody>
      </p:sp>
    </p:spTree>
    <p:extLst>
      <p:ext uri="{BB962C8B-B14F-4D97-AF65-F5344CB8AC3E}">
        <p14:creationId xmlns:p14="http://schemas.microsoft.com/office/powerpoint/2010/main" val="1209275765"/>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98A0ED4-6D04-4481-AB35-1B61C0230D85}"/>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864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4737D8-7A90-4CF3-973F-9E7F71964A3D}"/>
              </a:ext>
            </a:extLst>
          </p:cNvPr>
          <p:cNvSpPr>
            <a:spLocks xmlns:a="http://schemas.openxmlformats.org/drawingml/2006/main" noGrp="1"/>
          </p:cNvSpPr>
          <p:nvPr/>
        </p:nvSpPr>
        <p:spPr>
          <a:xfrm xmlns:a="http://schemas.openxmlformats.org/drawingml/2006/main">
            <a:off x="609600" y="333375"/>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2864E8"/>
                </a:solidFill>
                <a:latin typeface="Arial"/>
                <a:ea typeface="Arial"/>
                <a:cs typeface="Arial"/>
              </a:defRPr>
            </a:defPPr>
            <a:lvl1pPr algn="l">
              <a:defRPr sz="1050" b="1">
                <a:solidFill>
                  <a:srgbClr val="2864E8"/>
                </a:solidFill>
                <a:latin typeface="Arial"/>
                <a:ea typeface="Arial"/>
                <a:cs typeface="Arial"/>
              </a:defRPr>
            </a:lvl1pPr>
            <a:lvl2pPr algn="l">
              <a:defRPr sz="1050" b="1">
                <a:solidFill>
                  <a:srgbClr val="2864E8"/>
                </a:solidFill>
                <a:latin typeface="Arial"/>
                <a:ea typeface="Arial"/>
                <a:cs typeface="Arial"/>
              </a:defRPr>
            </a:lvl2pPr>
            <a:lvl3pPr algn="l">
              <a:defRPr sz="1050" b="1">
                <a:solidFill>
                  <a:srgbClr val="2864E8"/>
                </a:solidFill>
                <a:latin typeface="Arial"/>
                <a:ea typeface="Arial"/>
                <a:cs typeface="Arial"/>
              </a:defRPr>
            </a:lvl3pPr>
            <a:lvl4pPr algn="l">
              <a:defRPr sz="1050" b="1">
                <a:solidFill>
                  <a:srgbClr val="2864E8"/>
                </a:solidFill>
                <a:latin typeface="Arial"/>
                <a:ea typeface="Arial"/>
                <a:cs typeface="Arial"/>
              </a:defRPr>
            </a:lvl4pPr>
            <a:lvl5pPr algn="l">
              <a:defRPr sz="1050" b="1">
                <a:solidFill>
                  <a:srgbClr val="2864E8"/>
                </a:solidFill>
                <a:latin typeface="Arial"/>
                <a:ea typeface="Arial"/>
                <a:cs typeface="Arial"/>
              </a:defRPr>
            </a:lvl5pPr>
            <a:lvl6pPr algn="l">
              <a:defRPr sz="1050" b="1">
                <a:solidFill>
                  <a:srgbClr val="2864E8"/>
                </a:solidFill>
                <a:latin typeface="Arial"/>
                <a:ea typeface="Arial"/>
                <a:cs typeface="Arial"/>
              </a:defRPr>
            </a:lvl6pPr>
            <a:lvl7pPr algn="l">
              <a:defRPr sz="1050" b="1">
                <a:solidFill>
                  <a:srgbClr val="2864E8"/>
                </a:solidFill>
                <a:latin typeface="Arial"/>
                <a:ea typeface="Arial"/>
                <a:cs typeface="Arial"/>
              </a:defRPr>
            </a:lvl7pPr>
            <a:lvl8pPr algn="l">
              <a:defRPr sz="1050" b="1">
                <a:solidFill>
                  <a:srgbClr val="2864E8"/>
                </a:solidFill>
                <a:latin typeface="Arial"/>
                <a:ea typeface="Arial"/>
                <a:cs typeface="Arial"/>
              </a:defRPr>
            </a:lvl8pPr>
            <a:lvl9pPr algn="l">
              <a:defRPr sz="1050" b="1">
                <a:solidFill>
                  <a:srgbClr val="2864E8"/>
                </a:solidFill>
                <a:latin typeface="Arial"/>
                <a:ea typeface="Arial"/>
                <a:cs typeface="Arial"/>
              </a:defRPr>
            </a:lvl9pPr>
          </a:lstStyle>
          <a:p xmlns:a="http://schemas.openxmlformats.org/drawingml/2006/main">
            <a:pPr algn="l">
              <a:defRPr sz="1050" b="1">
                <a:solidFill>
                  <a:srgbClr val="2864E8"/>
                </a:solidFill>
                <a:latin typeface="Arial"/>
                <a:ea typeface="Arial"/>
                <a:cs typeface="Arial"/>
              </a:defRPr>
            </a:pPr>
            <a:r>
              <a:rPr sz="1050" b="1">
                <a:solidFill>
                  <a:srgbClr val="2864E8"/>
                </a:solidFill>
                <a:latin typeface="Arial"/>
                <a:ea typeface="Arial"/>
                <a:cs typeface="Arial"/>
              </a:rPr>
              <a:t>FLUJO FUNCIONAL</a:t>
            </a:r>
          </a:p>
        </p:txBody>
      </p:sp>
      <p:sp>
        <p:nvSpPr>
          <p:cNvPr id="3" name="">
            <a:extLst xmlns:a="http://schemas.openxmlformats.org/drawingml/2006/main">
              <a:ext uri="{FF2B5EF4-FFF2-40B4-BE49-F238E27FC236}">
                <a16:creationId xmlns:a16="http://schemas.microsoft.com/office/drawing/2014/main" id="{098F0E78-3E31-499E-8496-44137FF5BD45}"/>
              </a:ext>
            </a:extLst>
          </p:cNvPr>
          <p:cNvSpPr>
            <a:spLocks xmlns:a="http://schemas.openxmlformats.org/drawingml/2006/main" noGrp="1"/>
          </p:cNvSpPr>
          <p:nvPr/>
        </p:nvSpPr>
        <p:spPr>
          <a:xfrm xmlns:a="http://schemas.openxmlformats.org/drawingml/2006/main">
            <a:off x="609600" y="6381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213C"/>
                </a:solidFill>
                <a:latin typeface="Arial"/>
                <a:ea typeface="Arial"/>
                <a:cs typeface="Arial"/>
              </a:defRPr>
            </a:defPPr>
            <a:lvl1pPr algn="l">
              <a:defRPr sz="2550" b="1">
                <a:solidFill>
                  <a:srgbClr val="15213C"/>
                </a:solidFill>
                <a:latin typeface="Arial"/>
                <a:ea typeface="Arial"/>
                <a:cs typeface="Arial"/>
              </a:defRPr>
            </a:lvl1pPr>
            <a:lvl2pPr algn="l">
              <a:defRPr sz="2550" b="1">
                <a:solidFill>
                  <a:srgbClr val="15213C"/>
                </a:solidFill>
                <a:latin typeface="Arial"/>
                <a:ea typeface="Arial"/>
                <a:cs typeface="Arial"/>
              </a:defRPr>
            </a:lvl2pPr>
            <a:lvl3pPr algn="l">
              <a:defRPr sz="2550" b="1">
                <a:solidFill>
                  <a:srgbClr val="15213C"/>
                </a:solidFill>
                <a:latin typeface="Arial"/>
                <a:ea typeface="Arial"/>
                <a:cs typeface="Arial"/>
              </a:defRPr>
            </a:lvl3pPr>
            <a:lvl4pPr algn="l">
              <a:defRPr sz="2550" b="1">
                <a:solidFill>
                  <a:srgbClr val="15213C"/>
                </a:solidFill>
                <a:latin typeface="Arial"/>
                <a:ea typeface="Arial"/>
                <a:cs typeface="Arial"/>
              </a:defRPr>
            </a:lvl4pPr>
            <a:lvl5pPr algn="l">
              <a:defRPr sz="2550" b="1">
                <a:solidFill>
                  <a:srgbClr val="15213C"/>
                </a:solidFill>
                <a:latin typeface="Arial"/>
                <a:ea typeface="Arial"/>
                <a:cs typeface="Arial"/>
              </a:defRPr>
            </a:lvl5pPr>
            <a:lvl6pPr algn="l">
              <a:defRPr sz="2550" b="1">
                <a:solidFill>
                  <a:srgbClr val="15213C"/>
                </a:solidFill>
                <a:latin typeface="Arial"/>
                <a:ea typeface="Arial"/>
                <a:cs typeface="Arial"/>
              </a:defRPr>
            </a:lvl6pPr>
            <a:lvl7pPr algn="l">
              <a:defRPr sz="2550" b="1">
                <a:solidFill>
                  <a:srgbClr val="15213C"/>
                </a:solidFill>
                <a:latin typeface="Arial"/>
                <a:ea typeface="Arial"/>
                <a:cs typeface="Arial"/>
              </a:defRPr>
            </a:lvl7pPr>
            <a:lvl8pPr algn="l">
              <a:defRPr sz="2550" b="1">
                <a:solidFill>
                  <a:srgbClr val="15213C"/>
                </a:solidFill>
                <a:latin typeface="Arial"/>
                <a:ea typeface="Arial"/>
                <a:cs typeface="Arial"/>
              </a:defRPr>
            </a:lvl8pPr>
            <a:lvl9pPr algn="l">
              <a:defRPr sz="2550" b="1">
                <a:solidFill>
                  <a:srgbClr val="15213C"/>
                </a:solidFill>
                <a:latin typeface="Arial"/>
                <a:ea typeface="Arial"/>
                <a:cs typeface="Arial"/>
              </a:defRPr>
            </a:lvl9pPr>
          </a:lstStyle>
          <a:p xmlns:a="http://schemas.openxmlformats.org/drawingml/2006/main">
            <a:pPr algn="l">
              <a:defRPr sz="2550" b="1">
                <a:solidFill>
                  <a:srgbClr val="15213C"/>
                </a:solidFill>
                <a:latin typeface="Arial"/>
                <a:ea typeface="Arial"/>
                <a:cs typeface="Arial"/>
              </a:defRPr>
            </a:pPr>
            <a:r>
              <a:rPr sz="2550" b="1">
                <a:solidFill>
                  <a:srgbClr val="15213C"/>
                </a:solidFill>
                <a:latin typeface="Arial"/>
                <a:ea typeface="Arial"/>
                <a:cs typeface="Arial"/>
              </a:rPr>
              <a:t>El proceso de semana 10</a:t>
            </a:r>
          </a:p>
        </p:txBody>
      </p:sp>
      <p:sp>
        <p:nvSpPr>
          <p:cNvPr id="4" name="">
            <a:extLst xmlns:a="http://schemas.openxmlformats.org/drawingml/2006/main">
              <a:ext uri="{FF2B5EF4-FFF2-40B4-BE49-F238E27FC236}">
                <a16:creationId xmlns:a16="http://schemas.microsoft.com/office/drawing/2014/main" id="{18DA26DA-D652-43E4-A340-A3BE5C465C7F}"/>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40BF21F-296E-4852-8A40-AC35B3C3030B}"/>
              </a:ext>
            </a:extLst>
          </p:cNvPr>
          <p:cNvSpPr>
            <a:spLocks xmlns:a="http://schemas.openxmlformats.org/drawingml/2006/main" noGrp="1"/>
          </p:cNvSpPr>
          <p:nvPr/>
        </p:nvSpPr>
        <p:spPr>
          <a:xfrm xmlns:a="http://schemas.openxmlformats.org/drawingml/2006/main">
            <a:off x="609600" y="63150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62708A"/>
                </a:solidFill>
                <a:latin typeface="Arial"/>
                <a:ea typeface="Arial"/>
                <a:cs typeface="Arial"/>
              </a:defRPr>
            </a:defPPr>
            <a:lvl1pPr algn="l">
              <a:defRPr sz="975" b="1">
                <a:solidFill>
                  <a:srgbClr val="62708A"/>
                </a:solidFill>
                <a:latin typeface="Arial"/>
                <a:ea typeface="Arial"/>
                <a:cs typeface="Arial"/>
              </a:defRPr>
            </a:lvl1pPr>
            <a:lvl2pPr algn="l">
              <a:defRPr sz="975" b="1">
                <a:solidFill>
                  <a:srgbClr val="62708A"/>
                </a:solidFill>
                <a:latin typeface="Arial"/>
                <a:ea typeface="Arial"/>
                <a:cs typeface="Arial"/>
              </a:defRPr>
            </a:lvl2pPr>
            <a:lvl3pPr algn="l">
              <a:defRPr sz="975" b="1">
                <a:solidFill>
                  <a:srgbClr val="62708A"/>
                </a:solidFill>
                <a:latin typeface="Arial"/>
                <a:ea typeface="Arial"/>
                <a:cs typeface="Arial"/>
              </a:defRPr>
            </a:lvl3pPr>
            <a:lvl4pPr algn="l">
              <a:defRPr sz="975" b="1">
                <a:solidFill>
                  <a:srgbClr val="62708A"/>
                </a:solidFill>
                <a:latin typeface="Arial"/>
                <a:ea typeface="Arial"/>
                <a:cs typeface="Arial"/>
              </a:defRPr>
            </a:lvl4pPr>
            <a:lvl5pPr algn="l">
              <a:defRPr sz="975" b="1">
                <a:solidFill>
                  <a:srgbClr val="62708A"/>
                </a:solidFill>
                <a:latin typeface="Arial"/>
                <a:ea typeface="Arial"/>
                <a:cs typeface="Arial"/>
              </a:defRPr>
            </a:lvl5pPr>
            <a:lvl6pPr algn="l">
              <a:defRPr sz="975" b="1">
                <a:solidFill>
                  <a:srgbClr val="62708A"/>
                </a:solidFill>
                <a:latin typeface="Arial"/>
                <a:ea typeface="Arial"/>
                <a:cs typeface="Arial"/>
              </a:defRPr>
            </a:lvl6pPr>
            <a:lvl7pPr algn="l">
              <a:defRPr sz="975" b="1">
                <a:solidFill>
                  <a:srgbClr val="62708A"/>
                </a:solidFill>
                <a:latin typeface="Arial"/>
                <a:ea typeface="Arial"/>
                <a:cs typeface="Arial"/>
              </a:defRPr>
            </a:lvl7pPr>
            <a:lvl8pPr algn="l">
              <a:defRPr sz="975" b="1">
                <a:solidFill>
                  <a:srgbClr val="62708A"/>
                </a:solidFill>
                <a:latin typeface="Arial"/>
                <a:ea typeface="Arial"/>
                <a:cs typeface="Arial"/>
              </a:defRPr>
            </a:lvl8pPr>
            <a:lvl9pPr algn="l">
              <a:defRPr sz="975" b="1">
                <a:solidFill>
                  <a:srgbClr val="62708A"/>
                </a:solidFill>
                <a:latin typeface="Arial"/>
                <a:ea typeface="Arial"/>
                <a:cs typeface="Arial"/>
              </a:defRPr>
            </a:lvl9pPr>
          </a:lstStyle>
          <a:p xmlns:a="http://schemas.openxmlformats.org/drawingml/2006/main">
            <a:pPr algn="l">
              <a:defRPr sz="975" b="1">
                <a:solidFill>
                  <a:srgbClr val="62708A"/>
                </a:solidFill>
                <a:latin typeface="Arial"/>
                <a:ea typeface="Arial"/>
                <a:cs typeface="Arial"/>
              </a:defRPr>
            </a:pPr>
            <a:r>
              <a:rPr sz="975" b="1">
                <a:solidFill>
                  <a:srgbClr val="62708A"/>
                </a:solidFill>
                <a:latin typeface="Arial"/>
                <a:ea typeface="Arial"/>
                <a:cs typeface="Arial"/>
              </a:rPr>
              <a:t>FLEETPRO  ·  Semana 10</a:t>
            </a:r>
          </a:p>
        </p:txBody>
      </p:sp>
      <p:sp>
        <p:nvSpPr>
          <p:cNvPr id="6" name="">
            <a:extLst xmlns:a="http://schemas.openxmlformats.org/drawingml/2006/main">
              <a:ext uri="{FF2B5EF4-FFF2-40B4-BE49-F238E27FC236}">
                <a16:creationId xmlns:a16="http://schemas.microsoft.com/office/drawing/2014/main" id="{6F216BD4-00EF-4B75-A446-59AB092AC1A9}"/>
              </a:ext>
            </a:extLst>
          </p:cNvPr>
          <p:cNvSpPr>
            <a:spLocks xmlns:a="http://schemas.openxmlformats.org/drawingml/2006/main" noGrp="1"/>
          </p:cNvSpPr>
          <p:nvPr/>
        </p:nvSpPr>
        <p:spPr>
          <a:xfrm xmlns:a="http://schemas.openxmlformats.org/drawingml/2006/main">
            <a:off x="11049000" y="63150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62708A"/>
                </a:solidFill>
                <a:latin typeface="Arial"/>
                <a:ea typeface="Arial"/>
                <a:cs typeface="Arial"/>
              </a:defRPr>
            </a:defPPr>
            <a:lvl1pPr algn="r">
              <a:defRPr sz="975" b="1">
                <a:solidFill>
                  <a:srgbClr val="62708A"/>
                </a:solidFill>
                <a:latin typeface="Arial"/>
                <a:ea typeface="Arial"/>
                <a:cs typeface="Arial"/>
              </a:defRPr>
            </a:lvl1pPr>
            <a:lvl2pPr algn="r">
              <a:defRPr sz="975" b="1">
                <a:solidFill>
                  <a:srgbClr val="62708A"/>
                </a:solidFill>
                <a:latin typeface="Arial"/>
                <a:ea typeface="Arial"/>
                <a:cs typeface="Arial"/>
              </a:defRPr>
            </a:lvl2pPr>
            <a:lvl3pPr algn="r">
              <a:defRPr sz="975" b="1">
                <a:solidFill>
                  <a:srgbClr val="62708A"/>
                </a:solidFill>
                <a:latin typeface="Arial"/>
                <a:ea typeface="Arial"/>
                <a:cs typeface="Arial"/>
              </a:defRPr>
            </a:lvl3pPr>
            <a:lvl4pPr algn="r">
              <a:defRPr sz="975" b="1">
                <a:solidFill>
                  <a:srgbClr val="62708A"/>
                </a:solidFill>
                <a:latin typeface="Arial"/>
                <a:ea typeface="Arial"/>
                <a:cs typeface="Arial"/>
              </a:defRPr>
            </a:lvl4pPr>
            <a:lvl5pPr algn="r">
              <a:defRPr sz="975" b="1">
                <a:solidFill>
                  <a:srgbClr val="62708A"/>
                </a:solidFill>
                <a:latin typeface="Arial"/>
                <a:ea typeface="Arial"/>
                <a:cs typeface="Arial"/>
              </a:defRPr>
            </a:lvl5pPr>
            <a:lvl6pPr algn="r">
              <a:defRPr sz="975" b="1">
                <a:solidFill>
                  <a:srgbClr val="62708A"/>
                </a:solidFill>
                <a:latin typeface="Arial"/>
                <a:ea typeface="Arial"/>
                <a:cs typeface="Arial"/>
              </a:defRPr>
            </a:lvl6pPr>
            <a:lvl7pPr algn="r">
              <a:defRPr sz="975" b="1">
                <a:solidFill>
                  <a:srgbClr val="62708A"/>
                </a:solidFill>
                <a:latin typeface="Arial"/>
                <a:ea typeface="Arial"/>
                <a:cs typeface="Arial"/>
              </a:defRPr>
            </a:lvl7pPr>
            <a:lvl8pPr algn="r">
              <a:defRPr sz="975" b="1">
                <a:solidFill>
                  <a:srgbClr val="62708A"/>
                </a:solidFill>
                <a:latin typeface="Arial"/>
                <a:ea typeface="Arial"/>
                <a:cs typeface="Arial"/>
              </a:defRPr>
            </a:lvl8pPr>
            <a:lvl9pPr algn="r">
              <a:defRPr sz="975" b="1">
                <a:solidFill>
                  <a:srgbClr val="62708A"/>
                </a:solidFill>
                <a:latin typeface="Arial"/>
                <a:ea typeface="Arial"/>
                <a:cs typeface="Arial"/>
              </a:defRPr>
            </a:lvl9pPr>
          </a:lstStyle>
          <a:p xmlns:a="http://schemas.openxmlformats.org/drawingml/2006/main">
            <a:pPr algn="r">
              <a:defRPr sz="975" b="1">
                <a:solidFill>
                  <a:srgbClr val="62708A"/>
                </a:solidFill>
                <a:latin typeface="Arial"/>
                <a:ea typeface="Arial"/>
                <a:cs typeface="Arial"/>
              </a:defRPr>
            </a:pPr>
            <a:r>
              <a:rPr sz="975" b="1">
                <a:solidFill>
                  <a:srgbClr val="62708A"/>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660CDF9F-41DC-4DF9-A6F5-07C5CE710CB4}"/>
              </a:ext>
            </a:extLst>
          </p:cNvPr>
          <p:cNvSpPr>
            <a:spLocks xmlns:a="http://schemas.openxmlformats.org/drawingml/2006/main" noGrp="1"/>
          </p:cNvSpPr>
          <p:nvPr/>
        </p:nvSpPr>
        <p:spPr>
          <a:xfrm xmlns:a="http://schemas.openxmlformats.org/drawingml/2006/main">
            <a:off x="609600" y="2143125"/>
            <a:ext cx="2457450" cy="247650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DCE3EF"/>
            </a:solidFill>
            <a:prstDash val="solid"/>
          </a:ln>
        </p:spPr>
      </p:sp>
      <p:sp>
        <p:nvSpPr>
          <p:cNvPr id="8" name="">
            <a:extLst xmlns:a="http://schemas.openxmlformats.org/drawingml/2006/main">
              <a:ext uri="{FF2B5EF4-FFF2-40B4-BE49-F238E27FC236}">
                <a16:creationId xmlns:a16="http://schemas.microsoft.com/office/drawing/2014/main" id="{ED37D6A3-5ED6-4F16-B6B0-632344E5FB0C}"/>
              </a:ext>
            </a:extLst>
          </p:cNvPr>
          <p:cNvSpPr>
            <a:spLocks xmlns:a="http://schemas.openxmlformats.org/drawingml/2006/main" noGrp="1"/>
          </p:cNvSpPr>
          <p:nvPr/>
        </p:nvSpPr>
        <p:spPr>
          <a:xfrm xmlns:a="http://schemas.openxmlformats.org/drawingml/2006/main">
            <a:off x="838200" y="2371725"/>
            <a:ext cx="457200" cy="457200"/>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C1D9D91-4717-4062-95FE-72A99B3CC4C7}"/>
              </a:ext>
            </a:extLst>
          </p:cNvPr>
          <p:cNvSpPr>
            <a:spLocks xmlns:a="http://schemas.openxmlformats.org/drawingml/2006/main" noGrp="1"/>
          </p:cNvSpPr>
          <p:nvPr/>
        </p:nvSpPr>
        <p:spPr>
          <a:xfrm xmlns:a="http://schemas.openxmlformats.org/drawingml/2006/main">
            <a:off x="838200" y="23717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F88968EA-C92C-4C87-9648-609624F273BB}"/>
              </a:ext>
            </a:extLst>
          </p:cNvPr>
          <p:cNvSpPr>
            <a:spLocks xmlns:a="http://schemas.openxmlformats.org/drawingml/2006/main" noGrp="1"/>
          </p:cNvSpPr>
          <p:nvPr/>
        </p:nvSpPr>
        <p:spPr>
          <a:xfrm xmlns:a="http://schemas.openxmlformats.org/drawingml/2006/main">
            <a:off x="838200" y="305752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5213C"/>
                </a:solidFill>
                <a:latin typeface="Arial"/>
                <a:ea typeface="Arial"/>
                <a:cs typeface="Arial"/>
              </a:defRPr>
            </a:defPPr>
            <a:lvl1pPr algn="l">
              <a:defRPr sz="1800" b="1">
                <a:solidFill>
                  <a:srgbClr val="15213C"/>
                </a:solidFill>
                <a:latin typeface="Arial"/>
                <a:ea typeface="Arial"/>
                <a:cs typeface="Arial"/>
              </a:defRPr>
            </a:lvl1pPr>
            <a:lvl2pPr algn="l">
              <a:defRPr sz="1800" b="1">
                <a:solidFill>
                  <a:srgbClr val="15213C"/>
                </a:solidFill>
                <a:latin typeface="Arial"/>
                <a:ea typeface="Arial"/>
                <a:cs typeface="Arial"/>
              </a:defRPr>
            </a:lvl2pPr>
            <a:lvl3pPr algn="l">
              <a:defRPr sz="1800" b="1">
                <a:solidFill>
                  <a:srgbClr val="15213C"/>
                </a:solidFill>
                <a:latin typeface="Arial"/>
                <a:ea typeface="Arial"/>
                <a:cs typeface="Arial"/>
              </a:defRPr>
            </a:lvl3pPr>
            <a:lvl4pPr algn="l">
              <a:defRPr sz="1800" b="1">
                <a:solidFill>
                  <a:srgbClr val="15213C"/>
                </a:solidFill>
                <a:latin typeface="Arial"/>
                <a:ea typeface="Arial"/>
                <a:cs typeface="Arial"/>
              </a:defRPr>
            </a:lvl4pPr>
            <a:lvl5pPr algn="l">
              <a:defRPr sz="1800" b="1">
                <a:solidFill>
                  <a:srgbClr val="15213C"/>
                </a:solidFill>
                <a:latin typeface="Arial"/>
                <a:ea typeface="Arial"/>
                <a:cs typeface="Arial"/>
              </a:defRPr>
            </a:lvl5pPr>
            <a:lvl6pPr algn="l">
              <a:defRPr sz="1800" b="1">
                <a:solidFill>
                  <a:srgbClr val="15213C"/>
                </a:solidFill>
                <a:latin typeface="Arial"/>
                <a:ea typeface="Arial"/>
                <a:cs typeface="Arial"/>
              </a:defRPr>
            </a:lvl6pPr>
            <a:lvl7pPr algn="l">
              <a:defRPr sz="1800" b="1">
                <a:solidFill>
                  <a:srgbClr val="15213C"/>
                </a:solidFill>
                <a:latin typeface="Arial"/>
                <a:ea typeface="Arial"/>
                <a:cs typeface="Arial"/>
              </a:defRPr>
            </a:lvl7pPr>
            <a:lvl8pPr algn="l">
              <a:defRPr sz="1800" b="1">
                <a:solidFill>
                  <a:srgbClr val="15213C"/>
                </a:solidFill>
                <a:latin typeface="Arial"/>
                <a:ea typeface="Arial"/>
                <a:cs typeface="Arial"/>
              </a:defRPr>
            </a:lvl8pPr>
            <a:lvl9pPr algn="l">
              <a:defRPr sz="1800" b="1">
                <a:solidFill>
                  <a:srgbClr val="15213C"/>
                </a:solidFill>
                <a:latin typeface="Arial"/>
                <a:ea typeface="Arial"/>
                <a:cs typeface="Arial"/>
              </a:defRPr>
            </a:lvl9pPr>
          </a:lstStyle>
          <a:p xmlns:a="http://schemas.openxmlformats.org/drawingml/2006/main">
            <a:pPr algn="l">
              <a:defRPr sz="1800" b="1">
                <a:solidFill>
                  <a:srgbClr val="15213C"/>
                </a:solidFill>
                <a:latin typeface="Arial"/>
                <a:ea typeface="Arial"/>
                <a:cs typeface="Arial"/>
              </a:defRPr>
            </a:pPr>
            <a:r>
              <a:rPr sz="1800" b="1">
                <a:solidFill>
                  <a:srgbClr val="15213C"/>
                </a:solidFill>
                <a:latin typeface="Arial"/>
                <a:ea typeface="Arial"/>
                <a:cs typeface="Arial"/>
              </a:rPr>
              <a:t>SOLPED</a:t>
            </a:r>
          </a:p>
        </p:txBody>
      </p:sp>
      <p:sp>
        <p:nvSpPr>
          <p:cNvPr id="11" name="">
            <a:extLst xmlns:a="http://schemas.openxmlformats.org/drawingml/2006/main">
              <a:ext uri="{FF2B5EF4-FFF2-40B4-BE49-F238E27FC236}">
                <a16:creationId xmlns:a16="http://schemas.microsoft.com/office/drawing/2014/main" id="{7D53E6BA-B8C0-4E42-963F-0C1D7AB6A349}"/>
              </a:ext>
            </a:extLst>
          </p:cNvPr>
          <p:cNvSpPr>
            <a:spLocks xmlns:a="http://schemas.openxmlformats.org/drawingml/2006/main" noGrp="1"/>
          </p:cNvSpPr>
          <p:nvPr/>
        </p:nvSpPr>
        <p:spPr>
          <a:xfrm xmlns:a="http://schemas.openxmlformats.org/drawingml/2006/main">
            <a:off x="838200" y="3524250"/>
            <a:ext cx="2000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62708A"/>
                </a:solidFill>
                <a:latin typeface="Arial"/>
                <a:ea typeface="Arial"/>
                <a:cs typeface="Arial"/>
              </a:defRPr>
            </a:defPPr>
            <a:lvl1pPr algn="l">
              <a:defRPr sz="1275" b="0">
                <a:solidFill>
                  <a:srgbClr val="62708A"/>
                </a:solidFill>
                <a:latin typeface="Arial"/>
                <a:ea typeface="Arial"/>
                <a:cs typeface="Arial"/>
              </a:defRPr>
            </a:lvl1pPr>
            <a:lvl2pPr algn="l">
              <a:defRPr sz="1275" b="0">
                <a:solidFill>
                  <a:srgbClr val="62708A"/>
                </a:solidFill>
                <a:latin typeface="Arial"/>
                <a:ea typeface="Arial"/>
                <a:cs typeface="Arial"/>
              </a:defRPr>
            </a:lvl2pPr>
            <a:lvl3pPr algn="l">
              <a:defRPr sz="1275" b="0">
                <a:solidFill>
                  <a:srgbClr val="62708A"/>
                </a:solidFill>
                <a:latin typeface="Arial"/>
                <a:ea typeface="Arial"/>
                <a:cs typeface="Arial"/>
              </a:defRPr>
            </a:lvl3pPr>
            <a:lvl4pPr algn="l">
              <a:defRPr sz="1275" b="0">
                <a:solidFill>
                  <a:srgbClr val="62708A"/>
                </a:solidFill>
                <a:latin typeface="Arial"/>
                <a:ea typeface="Arial"/>
                <a:cs typeface="Arial"/>
              </a:defRPr>
            </a:lvl4pPr>
            <a:lvl5pPr algn="l">
              <a:defRPr sz="1275" b="0">
                <a:solidFill>
                  <a:srgbClr val="62708A"/>
                </a:solidFill>
                <a:latin typeface="Arial"/>
                <a:ea typeface="Arial"/>
                <a:cs typeface="Arial"/>
              </a:defRPr>
            </a:lvl5pPr>
            <a:lvl6pPr algn="l">
              <a:defRPr sz="1275" b="0">
                <a:solidFill>
                  <a:srgbClr val="62708A"/>
                </a:solidFill>
                <a:latin typeface="Arial"/>
                <a:ea typeface="Arial"/>
                <a:cs typeface="Arial"/>
              </a:defRPr>
            </a:lvl6pPr>
            <a:lvl7pPr algn="l">
              <a:defRPr sz="1275" b="0">
                <a:solidFill>
                  <a:srgbClr val="62708A"/>
                </a:solidFill>
                <a:latin typeface="Arial"/>
                <a:ea typeface="Arial"/>
                <a:cs typeface="Arial"/>
              </a:defRPr>
            </a:lvl7pPr>
            <a:lvl8pPr algn="l">
              <a:defRPr sz="1275" b="0">
                <a:solidFill>
                  <a:srgbClr val="62708A"/>
                </a:solidFill>
                <a:latin typeface="Arial"/>
                <a:ea typeface="Arial"/>
                <a:cs typeface="Arial"/>
              </a:defRPr>
            </a:lvl8pPr>
            <a:lvl9pPr algn="l">
              <a:defRPr sz="1275" b="0">
                <a:solidFill>
                  <a:srgbClr val="62708A"/>
                </a:solidFill>
                <a:latin typeface="Arial"/>
                <a:ea typeface="Arial"/>
                <a:cs typeface="Arial"/>
              </a:defRPr>
            </a:lvl9pPr>
          </a:lstStyle>
          <a:p xmlns:a="http://schemas.openxmlformats.org/drawingml/2006/main">
            <a:pPr algn="l">
              <a:defRPr sz="1275" b="0">
                <a:solidFill>
                  <a:srgbClr val="62708A"/>
                </a:solidFill>
                <a:latin typeface="Arial"/>
                <a:ea typeface="Arial"/>
                <a:cs typeface="Arial"/>
              </a:defRPr>
            </a:pPr>
            <a:r>
              <a:rPr sz="1275" b="0">
                <a:solidFill>
                  <a:srgbClr val="62708A"/>
                </a:solidFill>
                <a:latin typeface="Arial"/>
                <a:ea typeface="Arial"/>
                <a:cs typeface="Arial"/>
              </a:rPr>
              <a:t>Registrar cliente, vehículo, servicio y precio estimado.</a:t>
            </a:r>
          </a:p>
        </p:txBody>
      </p:sp>
      <p:sp>
        <p:nvSpPr>
          <p:cNvPr id="12" name="">
            <a:extLst xmlns:a="http://schemas.openxmlformats.org/drawingml/2006/main">
              <a:ext uri="{FF2B5EF4-FFF2-40B4-BE49-F238E27FC236}">
                <a16:creationId xmlns:a16="http://schemas.microsoft.com/office/drawing/2014/main" id="{72E0DB16-C0EF-4C2E-A97C-78D847CEB22F}"/>
              </a:ext>
            </a:extLst>
          </p:cNvPr>
          <p:cNvSpPr>
            <a:spLocks xmlns:a="http://schemas.openxmlformats.org/drawingml/2006/main" noGrp="1"/>
          </p:cNvSpPr>
          <p:nvPr/>
        </p:nvSpPr>
        <p:spPr>
          <a:xfrm xmlns:a="http://schemas.openxmlformats.org/drawingml/2006/main">
            <a:off x="3067050" y="2990850"/>
            <a:ext cx="304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52B1F3"/>
                </a:solidFill>
                <a:latin typeface="Arial"/>
                <a:ea typeface="Arial"/>
                <a:cs typeface="Arial"/>
              </a:defRPr>
            </a:defPPr>
            <a:lvl1pPr algn="ctr">
              <a:defRPr sz="1950" b="1">
                <a:solidFill>
                  <a:srgbClr val="52B1F3"/>
                </a:solidFill>
                <a:latin typeface="Arial"/>
                <a:ea typeface="Arial"/>
                <a:cs typeface="Arial"/>
              </a:defRPr>
            </a:lvl1pPr>
            <a:lvl2pPr algn="ctr">
              <a:defRPr sz="1950" b="1">
                <a:solidFill>
                  <a:srgbClr val="52B1F3"/>
                </a:solidFill>
                <a:latin typeface="Arial"/>
                <a:ea typeface="Arial"/>
                <a:cs typeface="Arial"/>
              </a:defRPr>
            </a:lvl2pPr>
            <a:lvl3pPr algn="ctr">
              <a:defRPr sz="1950" b="1">
                <a:solidFill>
                  <a:srgbClr val="52B1F3"/>
                </a:solidFill>
                <a:latin typeface="Arial"/>
                <a:ea typeface="Arial"/>
                <a:cs typeface="Arial"/>
              </a:defRPr>
            </a:lvl3pPr>
            <a:lvl4pPr algn="ctr">
              <a:defRPr sz="1950" b="1">
                <a:solidFill>
                  <a:srgbClr val="52B1F3"/>
                </a:solidFill>
                <a:latin typeface="Arial"/>
                <a:ea typeface="Arial"/>
                <a:cs typeface="Arial"/>
              </a:defRPr>
            </a:lvl4pPr>
            <a:lvl5pPr algn="ctr">
              <a:defRPr sz="1950" b="1">
                <a:solidFill>
                  <a:srgbClr val="52B1F3"/>
                </a:solidFill>
                <a:latin typeface="Arial"/>
                <a:ea typeface="Arial"/>
                <a:cs typeface="Arial"/>
              </a:defRPr>
            </a:lvl5pPr>
            <a:lvl6pPr algn="ctr">
              <a:defRPr sz="1950" b="1">
                <a:solidFill>
                  <a:srgbClr val="52B1F3"/>
                </a:solidFill>
                <a:latin typeface="Arial"/>
                <a:ea typeface="Arial"/>
                <a:cs typeface="Arial"/>
              </a:defRPr>
            </a:lvl6pPr>
            <a:lvl7pPr algn="ctr">
              <a:defRPr sz="1950" b="1">
                <a:solidFill>
                  <a:srgbClr val="52B1F3"/>
                </a:solidFill>
                <a:latin typeface="Arial"/>
                <a:ea typeface="Arial"/>
                <a:cs typeface="Arial"/>
              </a:defRPr>
            </a:lvl7pPr>
            <a:lvl8pPr algn="ctr">
              <a:defRPr sz="1950" b="1">
                <a:solidFill>
                  <a:srgbClr val="52B1F3"/>
                </a:solidFill>
                <a:latin typeface="Arial"/>
                <a:ea typeface="Arial"/>
                <a:cs typeface="Arial"/>
              </a:defRPr>
            </a:lvl8pPr>
            <a:lvl9pPr algn="ctr">
              <a:defRPr sz="1950" b="1">
                <a:solidFill>
                  <a:srgbClr val="52B1F3"/>
                </a:solidFill>
                <a:latin typeface="Arial"/>
                <a:ea typeface="Arial"/>
                <a:cs typeface="Arial"/>
              </a:defRPr>
            </a:lvl9pPr>
          </a:lstStyle>
          <a:p xmlns:a="http://schemas.openxmlformats.org/drawingml/2006/main">
            <a:pPr algn="ctr">
              <a:defRPr sz="1950" b="1">
                <a:solidFill>
                  <a:srgbClr val="52B1F3"/>
                </a:solidFill>
                <a:latin typeface="Arial"/>
                <a:ea typeface="Arial"/>
                <a:cs typeface="Arial"/>
              </a:defRPr>
            </a:pPr>
            <a:r>
              <a:rPr sz="1950" b="1">
                <a:solidFill>
                  <a:srgbClr val="52B1F3"/>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0D6132D8-BE01-4AB8-9FC4-2C1E440AD404}"/>
              </a:ext>
            </a:extLst>
          </p:cNvPr>
          <p:cNvSpPr>
            <a:spLocks xmlns:a="http://schemas.openxmlformats.org/drawingml/2006/main" noGrp="1"/>
          </p:cNvSpPr>
          <p:nvPr/>
        </p:nvSpPr>
        <p:spPr>
          <a:xfrm xmlns:a="http://schemas.openxmlformats.org/drawingml/2006/main">
            <a:off x="3371850" y="2143125"/>
            <a:ext cx="2457450" cy="247650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DCE3EF"/>
            </a:solidFill>
            <a:prstDash val="solid"/>
          </a:ln>
        </p:spPr>
      </p:sp>
      <p:sp>
        <p:nvSpPr>
          <p:cNvPr id="14" name="">
            <a:extLst xmlns:a="http://schemas.openxmlformats.org/drawingml/2006/main">
              <a:ext uri="{FF2B5EF4-FFF2-40B4-BE49-F238E27FC236}">
                <a16:creationId xmlns:a16="http://schemas.microsoft.com/office/drawing/2014/main" id="{38CD2BD6-4232-402B-B983-0858125EFF18}"/>
              </a:ext>
            </a:extLst>
          </p:cNvPr>
          <p:cNvSpPr>
            <a:spLocks xmlns:a="http://schemas.openxmlformats.org/drawingml/2006/main" noGrp="1"/>
          </p:cNvSpPr>
          <p:nvPr/>
        </p:nvSpPr>
        <p:spPr>
          <a:xfrm xmlns:a="http://schemas.openxmlformats.org/drawingml/2006/main">
            <a:off x="3600450" y="2371725"/>
            <a:ext cx="457200" cy="457200"/>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40DF1E8-B171-4E17-9138-96265C2AE5BA}"/>
              </a:ext>
            </a:extLst>
          </p:cNvPr>
          <p:cNvSpPr>
            <a:spLocks xmlns:a="http://schemas.openxmlformats.org/drawingml/2006/main" noGrp="1"/>
          </p:cNvSpPr>
          <p:nvPr/>
        </p:nvSpPr>
        <p:spPr>
          <a:xfrm xmlns:a="http://schemas.openxmlformats.org/drawingml/2006/main">
            <a:off x="3600450" y="23717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DEE47CD3-3438-46AE-8DC6-89028D52B436}"/>
              </a:ext>
            </a:extLst>
          </p:cNvPr>
          <p:cNvSpPr>
            <a:spLocks xmlns:a="http://schemas.openxmlformats.org/drawingml/2006/main" noGrp="1"/>
          </p:cNvSpPr>
          <p:nvPr/>
        </p:nvSpPr>
        <p:spPr>
          <a:xfrm xmlns:a="http://schemas.openxmlformats.org/drawingml/2006/main">
            <a:off x="3600450" y="305752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5213C"/>
                </a:solidFill>
                <a:latin typeface="Arial"/>
                <a:ea typeface="Arial"/>
                <a:cs typeface="Arial"/>
              </a:defRPr>
            </a:defPPr>
            <a:lvl1pPr algn="l">
              <a:defRPr sz="1800" b="1">
                <a:solidFill>
                  <a:srgbClr val="15213C"/>
                </a:solidFill>
                <a:latin typeface="Arial"/>
                <a:ea typeface="Arial"/>
                <a:cs typeface="Arial"/>
              </a:defRPr>
            </a:lvl1pPr>
            <a:lvl2pPr algn="l">
              <a:defRPr sz="1800" b="1">
                <a:solidFill>
                  <a:srgbClr val="15213C"/>
                </a:solidFill>
                <a:latin typeface="Arial"/>
                <a:ea typeface="Arial"/>
                <a:cs typeface="Arial"/>
              </a:defRPr>
            </a:lvl2pPr>
            <a:lvl3pPr algn="l">
              <a:defRPr sz="1800" b="1">
                <a:solidFill>
                  <a:srgbClr val="15213C"/>
                </a:solidFill>
                <a:latin typeface="Arial"/>
                <a:ea typeface="Arial"/>
                <a:cs typeface="Arial"/>
              </a:defRPr>
            </a:lvl3pPr>
            <a:lvl4pPr algn="l">
              <a:defRPr sz="1800" b="1">
                <a:solidFill>
                  <a:srgbClr val="15213C"/>
                </a:solidFill>
                <a:latin typeface="Arial"/>
                <a:ea typeface="Arial"/>
                <a:cs typeface="Arial"/>
              </a:defRPr>
            </a:lvl4pPr>
            <a:lvl5pPr algn="l">
              <a:defRPr sz="1800" b="1">
                <a:solidFill>
                  <a:srgbClr val="15213C"/>
                </a:solidFill>
                <a:latin typeface="Arial"/>
                <a:ea typeface="Arial"/>
                <a:cs typeface="Arial"/>
              </a:defRPr>
            </a:lvl5pPr>
            <a:lvl6pPr algn="l">
              <a:defRPr sz="1800" b="1">
                <a:solidFill>
                  <a:srgbClr val="15213C"/>
                </a:solidFill>
                <a:latin typeface="Arial"/>
                <a:ea typeface="Arial"/>
                <a:cs typeface="Arial"/>
              </a:defRPr>
            </a:lvl6pPr>
            <a:lvl7pPr algn="l">
              <a:defRPr sz="1800" b="1">
                <a:solidFill>
                  <a:srgbClr val="15213C"/>
                </a:solidFill>
                <a:latin typeface="Arial"/>
                <a:ea typeface="Arial"/>
                <a:cs typeface="Arial"/>
              </a:defRPr>
            </a:lvl7pPr>
            <a:lvl8pPr algn="l">
              <a:defRPr sz="1800" b="1">
                <a:solidFill>
                  <a:srgbClr val="15213C"/>
                </a:solidFill>
                <a:latin typeface="Arial"/>
                <a:ea typeface="Arial"/>
                <a:cs typeface="Arial"/>
              </a:defRPr>
            </a:lvl8pPr>
            <a:lvl9pPr algn="l">
              <a:defRPr sz="1800" b="1">
                <a:solidFill>
                  <a:srgbClr val="15213C"/>
                </a:solidFill>
                <a:latin typeface="Arial"/>
                <a:ea typeface="Arial"/>
                <a:cs typeface="Arial"/>
              </a:defRPr>
            </a:lvl9pPr>
          </a:lstStyle>
          <a:p xmlns:a="http://schemas.openxmlformats.org/drawingml/2006/main">
            <a:pPr algn="l">
              <a:defRPr sz="1800" b="1">
                <a:solidFill>
                  <a:srgbClr val="15213C"/>
                </a:solidFill>
                <a:latin typeface="Arial"/>
                <a:ea typeface="Arial"/>
                <a:cs typeface="Arial"/>
              </a:defRPr>
            </a:pPr>
            <a:r>
              <a:rPr sz="1800" b="1">
                <a:solidFill>
                  <a:srgbClr val="15213C"/>
                </a:solidFill>
                <a:latin typeface="Arial"/>
                <a:ea typeface="Arial"/>
                <a:cs typeface="Arial"/>
              </a:rPr>
              <a:t>Aprobación</a:t>
            </a:r>
          </a:p>
        </p:txBody>
      </p:sp>
      <p:sp>
        <p:nvSpPr>
          <p:cNvPr id="17" name="">
            <a:extLst xmlns:a="http://schemas.openxmlformats.org/drawingml/2006/main">
              <a:ext uri="{FF2B5EF4-FFF2-40B4-BE49-F238E27FC236}">
                <a16:creationId xmlns:a16="http://schemas.microsoft.com/office/drawing/2014/main" id="{120F3C02-D760-474D-983D-0CB2400AB499}"/>
              </a:ext>
            </a:extLst>
          </p:cNvPr>
          <p:cNvSpPr>
            <a:spLocks xmlns:a="http://schemas.openxmlformats.org/drawingml/2006/main" noGrp="1"/>
          </p:cNvSpPr>
          <p:nvPr/>
        </p:nvSpPr>
        <p:spPr>
          <a:xfrm xmlns:a="http://schemas.openxmlformats.org/drawingml/2006/main">
            <a:off x="3600450" y="3524250"/>
            <a:ext cx="2000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62708A"/>
                </a:solidFill>
                <a:latin typeface="Arial"/>
                <a:ea typeface="Arial"/>
                <a:cs typeface="Arial"/>
              </a:defRPr>
            </a:defPPr>
            <a:lvl1pPr algn="l">
              <a:defRPr sz="1275" b="0">
                <a:solidFill>
                  <a:srgbClr val="62708A"/>
                </a:solidFill>
                <a:latin typeface="Arial"/>
                <a:ea typeface="Arial"/>
                <a:cs typeface="Arial"/>
              </a:defRPr>
            </a:lvl1pPr>
            <a:lvl2pPr algn="l">
              <a:defRPr sz="1275" b="0">
                <a:solidFill>
                  <a:srgbClr val="62708A"/>
                </a:solidFill>
                <a:latin typeface="Arial"/>
                <a:ea typeface="Arial"/>
                <a:cs typeface="Arial"/>
              </a:defRPr>
            </a:lvl2pPr>
            <a:lvl3pPr algn="l">
              <a:defRPr sz="1275" b="0">
                <a:solidFill>
                  <a:srgbClr val="62708A"/>
                </a:solidFill>
                <a:latin typeface="Arial"/>
                <a:ea typeface="Arial"/>
                <a:cs typeface="Arial"/>
              </a:defRPr>
            </a:lvl3pPr>
            <a:lvl4pPr algn="l">
              <a:defRPr sz="1275" b="0">
                <a:solidFill>
                  <a:srgbClr val="62708A"/>
                </a:solidFill>
                <a:latin typeface="Arial"/>
                <a:ea typeface="Arial"/>
                <a:cs typeface="Arial"/>
              </a:defRPr>
            </a:lvl4pPr>
            <a:lvl5pPr algn="l">
              <a:defRPr sz="1275" b="0">
                <a:solidFill>
                  <a:srgbClr val="62708A"/>
                </a:solidFill>
                <a:latin typeface="Arial"/>
                <a:ea typeface="Arial"/>
                <a:cs typeface="Arial"/>
              </a:defRPr>
            </a:lvl5pPr>
            <a:lvl6pPr algn="l">
              <a:defRPr sz="1275" b="0">
                <a:solidFill>
                  <a:srgbClr val="62708A"/>
                </a:solidFill>
                <a:latin typeface="Arial"/>
                <a:ea typeface="Arial"/>
                <a:cs typeface="Arial"/>
              </a:defRPr>
            </a:lvl6pPr>
            <a:lvl7pPr algn="l">
              <a:defRPr sz="1275" b="0">
                <a:solidFill>
                  <a:srgbClr val="62708A"/>
                </a:solidFill>
                <a:latin typeface="Arial"/>
                <a:ea typeface="Arial"/>
                <a:cs typeface="Arial"/>
              </a:defRPr>
            </a:lvl7pPr>
            <a:lvl8pPr algn="l">
              <a:defRPr sz="1275" b="0">
                <a:solidFill>
                  <a:srgbClr val="62708A"/>
                </a:solidFill>
                <a:latin typeface="Arial"/>
                <a:ea typeface="Arial"/>
                <a:cs typeface="Arial"/>
              </a:defRPr>
            </a:lvl8pPr>
            <a:lvl9pPr algn="l">
              <a:defRPr sz="1275" b="0">
                <a:solidFill>
                  <a:srgbClr val="62708A"/>
                </a:solidFill>
                <a:latin typeface="Arial"/>
                <a:ea typeface="Arial"/>
                <a:cs typeface="Arial"/>
              </a:defRPr>
            </a:lvl9pPr>
          </a:lstStyle>
          <a:p xmlns:a="http://schemas.openxmlformats.org/drawingml/2006/main">
            <a:pPr algn="l">
              <a:defRPr sz="1275" b="0">
                <a:solidFill>
                  <a:srgbClr val="62708A"/>
                </a:solidFill>
                <a:latin typeface="Arial"/>
                <a:ea typeface="Arial"/>
                <a:cs typeface="Arial"/>
              </a:defRPr>
            </a:pPr>
            <a:r>
              <a:rPr sz="1275" b="0">
                <a:solidFill>
                  <a:srgbClr val="62708A"/>
                </a:solidFill>
                <a:latin typeface="Arial"/>
                <a:ea typeface="Arial"/>
                <a:cs typeface="Arial"/>
              </a:rPr>
              <a:t>Revisar y aprobar la solicitud antes de convertirla.</a:t>
            </a:r>
          </a:p>
        </p:txBody>
      </p:sp>
      <p:sp>
        <p:nvSpPr>
          <p:cNvPr id="18" name="">
            <a:extLst xmlns:a="http://schemas.openxmlformats.org/drawingml/2006/main">
              <a:ext uri="{FF2B5EF4-FFF2-40B4-BE49-F238E27FC236}">
                <a16:creationId xmlns:a16="http://schemas.microsoft.com/office/drawing/2014/main" id="{BFF506B2-39E3-455F-AEC4-1B52901B591F}"/>
              </a:ext>
            </a:extLst>
          </p:cNvPr>
          <p:cNvSpPr>
            <a:spLocks xmlns:a="http://schemas.openxmlformats.org/drawingml/2006/main" noGrp="1"/>
          </p:cNvSpPr>
          <p:nvPr/>
        </p:nvSpPr>
        <p:spPr>
          <a:xfrm xmlns:a="http://schemas.openxmlformats.org/drawingml/2006/main">
            <a:off x="5829300" y="2990850"/>
            <a:ext cx="304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52B1F3"/>
                </a:solidFill>
                <a:latin typeface="Arial"/>
                <a:ea typeface="Arial"/>
                <a:cs typeface="Arial"/>
              </a:defRPr>
            </a:defPPr>
            <a:lvl1pPr algn="ctr">
              <a:defRPr sz="1950" b="1">
                <a:solidFill>
                  <a:srgbClr val="52B1F3"/>
                </a:solidFill>
                <a:latin typeface="Arial"/>
                <a:ea typeface="Arial"/>
                <a:cs typeface="Arial"/>
              </a:defRPr>
            </a:lvl1pPr>
            <a:lvl2pPr algn="ctr">
              <a:defRPr sz="1950" b="1">
                <a:solidFill>
                  <a:srgbClr val="52B1F3"/>
                </a:solidFill>
                <a:latin typeface="Arial"/>
                <a:ea typeface="Arial"/>
                <a:cs typeface="Arial"/>
              </a:defRPr>
            </a:lvl2pPr>
            <a:lvl3pPr algn="ctr">
              <a:defRPr sz="1950" b="1">
                <a:solidFill>
                  <a:srgbClr val="52B1F3"/>
                </a:solidFill>
                <a:latin typeface="Arial"/>
                <a:ea typeface="Arial"/>
                <a:cs typeface="Arial"/>
              </a:defRPr>
            </a:lvl3pPr>
            <a:lvl4pPr algn="ctr">
              <a:defRPr sz="1950" b="1">
                <a:solidFill>
                  <a:srgbClr val="52B1F3"/>
                </a:solidFill>
                <a:latin typeface="Arial"/>
                <a:ea typeface="Arial"/>
                <a:cs typeface="Arial"/>
              </a:defRPr>
            </a:lvl4pPr>
            <a:lvl5pPr algn="ctr">
              <a:defRPr sz="1950" b="1">
                <a:solidFill>
                  <a:srgbClr val="52B1F3"/>
                </a:solidFill>
                <a:latin typeface="Arial"/>
                <a:ea typeface="Arial"/>
                <a:cs typeface="Arial"/>
              </a:defRPr>
            </a:lvl5pPr>
            <a:lvl6pPr algn="ctr">
              <a:defRPr sz="1950" b="1">
                <a:solidFill>
                  <a:srgbClr val="52B1F3"/>
                </a:solidFill>
                <a:latin typeface="Arial"/>
                <a:ea typeface="Arial"/>
                <a:cs typeface="Arial"/>
              </a:defRPr>
            </a:lvl6pPr>
            <a:lvl7pPr algn="ctr">
              <a:defRPr sz="1950" b="1">
                <a:solidFill>
                  <a:srgbClr val="52B1F3"/>
                </a:solidFill>
                <a:latin typeface="Arial"/>
                <a:ea typeface="Arial"/>
                <a:cs typeface="Arial"/>
              </a:defRPr>
            </a:lvl7pPr>
            <a:lvl8pPr algn="ctr">
              <a:defRPr sz="1950" b="1">
                <a:solidFill>
                  <a:srgbClr val="52B1F3"/>
                </a:solidFill>
                <a:latin typeface="Arial"/>
                <a:ea typeface="Arial"/>
                <a:cs typeface="Arial"/>
              </a:defRPr>
            </a:lvl8pPr>
            <a:lvl9pPr algn="ctr">
              <a:defRPr sz="1950" b="1">
                <a:solidFill>
                  <a:srgbClr val="52B1F3"/>
                </a:solidFill>
                <a:latin typeface="Arial"/>
                <a:ea typeface="Arial"/>
                <a:cs typeface="Arial"/>
              </a:defRPr>
            </a:lvl9pPr>
          </a:lstStyle>
          <a:p xmlns:a="http://schemas.openxmlformats.org/drawingml/2006/main">
            <a:pPr algn="ctr">
              <a:defRPr sz="1950" b="1">
                <a:solidFill>
                  <a:srgbClr val="52B1F3"/>
                </a:solidFill>
                <a:latin typeface="Arial"/>
                <a:ea typeface="Arial"/>
                <a:cs typeface="Arial"/>
              </a:defRPr>
            </a:pPr>
            <a:r>
              <a:rPr sz="1950" b="1">
                <a:solidFill>
                  <a:srgbClr val="52B1F3"/>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0394BF5F-16F8-4871-B82E-C216CBEA923A}"/>
              </a:ext>
            </a:extLst>
          </p:cNvPr>
          <p:cNvSpPr>
            <a:spLocks xmlns:a="http://schemas.openxmlformats.org/drawingml/2006/main" noGrp="1"/>
          </p:cNvSpPr>
          <p:nvPr/>
        </p:nvSpPr>
        <p:spPr>
          <a:xfrm xmlns:a="http://schemas.openxmlformats.org/drawingml/2006/main">
            <a:off x="6134100" y="2143125"/>
            <a:ext cx="2457450" cy="247650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DCE3EF"/>
            </a:solidFill>
            <a:prstDash val="solid"/>
          </a:ln>
        </p:spPr>
      </p:sp>
      <p:sp>
        <p:nvSpPr>
          <p:cNvPr id="20" name="">
            <a:extLst xmlns:a="http://schemas.openxmlformats.org/drawingml/2006/main">
              <a:ext uri="{FF2B5EF4-FFF2-40B4-BE49-F238E27FC236}">
                <a16:creationId xmlns:a16="http://schemas.microsoft.com/office/drawing/2014/main" id="{89896E3F-A623-4BA5-A128-FF76C430A824}"/>
              </a:ext>
            </a:extLst>
          </p:cNvPr>
          <p:cNvSpPr>
            <a:spLocks xmlns:a="http://schemas.openxmlformats.org/drawingml/2006/main" noGrp="1"/>
          </p:cNvSpPr>
          <p:nvPr/>
        </p:nvSpPr>
        <p:spPr>
          <a:xfrm xmlns:a="http://schemas.openxmlformats.org/drawingml/2006/main">
            <a:off x="6362700" y="2371725"/>
            <a:ext cx="457200" cy="457200"/>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1499DE0-FCF3-4B22-927A-604ABC4D886B}"/>
              </a:ext>
            </a:extLst>
          </p:cNvPr>
          <p:cNvSpPr>
            <a:spLocks xmlns:a="http://schemas.openxmlformats.org/drawingml/2006/main" noGrp="1"/>
          </p:cNvSpPr>
          <p:nvPr/>
        </p:nvSpPr>
        <p:spPr>
          <a:xfrm xmlns:a="http://schemas.openxmlformats.org/drawingml/2006/main">
            <a:off x="6362700" y="23717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F85AE22C-0AA9-44F9-A66F-74A607A4FA6C}"/>
              </a:ext>
            </a:extLst>
          </p:cNvPr>
          <p:cNvSpPr>
            <a:spLocks xmlns:a="http://schemas.openxmlformats.org/drawingml/2006/main" noGrp="1"/>
          </p:cNvSpPr>
          <p:nvPr/>
        </p:nvSpPr>
        <p:spPr>
          <a:xfrm xmlns:a="http://schemas.openxmlformats.org/drawingml/2006/main">
            <a:off x="6362700" y="305752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5213C"/>
                </a:solidFill>
                <a:latin typeface="Arial"/>
                <a:ea typeface="Arial"/>
                <a:cs typeface="Arial"/>
              </a:defRPr>
            </a:defPPr>
            <a:lvl1pPr algn="l">
              <a:defRPr sz="1800" b="1">
                <a:solidFill>
                  <a:srgbClr val="15213C"/>
                </a:solidFill>
                <a:latin typeface="Arial"/>
                <a:ea typeface="Arial"/>
                <a:cs typeface="Arial"/>
              </a:defRPr>
            </a:lvl1pPr>
            <a:lvl2pPr algn="l">
              <a:defRPr sz="1800" b="1">
                <a:solidFill>
                  <a:srgbClr val="15213C"/>
                </a:solidFill>
                <a:latin typeface="Arial"/>
                <a:ea typeface="Arial"/>
                <a:cs typeface="Arial"/>
              </a:defRPr>
            </a:lvl2pPr>
            <a:lvl3pPr algn="l">
              <a:defRPr sz="1800" b="1">
                <a:solidFill>
                  <a:srgbClr val="15213C"/>
                </a:solidFill>
                <a:latin typeface="Arial"/>
                <a:ea typeface="Arial"/>
                <a:cs typeface="Arial"/>
              </a:defRPr>
            </a:lvl3pPr>
            <a:lvl4pPr algn="l">
              <a:defRPr sz="1800" b="1">
                <a:solidFill>
                  <a:srgbClr val="15213C"/>
                </a:solidFill>
                <a:latin typeface="Arial"/>
                <a:ea typeface="Arial"/>
                <a:cs typeface="Arial"/>
              </a:defRPr>
            </a:lvl4pPr>
            <a:lvl5pPr algn="l">
              <a:defRPr sz="1800" b="1">
                <a:solidFill>
                  <a:srgbClr val="15213C"/>
                </a:solidFill>
                <a:latin typeface="Arial"/>
                <a:ea typeface="Arial"/>
                <a:cs typeface="Arial"/>
              </a:defRPr>
            </a:lvl5pPr>
            <a:lvl6pPr algn="l">
              <a:defRPr sz="1800" b="1">
                <a:solidFill>
                  <a:srgbClr val="15213C"/>
                </a:solidFill>
                <a:latin typeface="Arial"/>
                <a:ea typeface="Arial"/>
                <a:cs typeface="Arial"/>
              </a:defRPr>
            </a:lvl6pPr>
            <a:lvl7pPr algn="l">
              <a:defRPr sz="1800" b="1">
                <a:solidFill>
                  <a:srgbClr val="15213C"/>
                </a:solidFill>
                <a:latin typeface="Arial"/>
                <a:ea typeface="Arial"/>
                <a:cs typeface="Arial"/>
              </a:defRPr>
            </a:lvl7pPr>
            <a:lvl8pPr algn="l">
              <a:defRPr sz="1800" b="1">
                <a:solidFill>
                  <a:srgbClr val="15213C"/>
                </a:solidFill>
                <a:latin typeface="Arial"/>
                <a:ea typeface="Arial"/>
                <a:cs typeface="Arial"/>
              </a:defRPr>
            </a:lvl8pPr>
            <a:lvl9pPr algn="l">
              <a:defRPr sz="1800" b="1">
                <a:solidFill>
                  <a:srgbClr val="15213C"/>
                </a:solidFill>
                <a:latin typeface="Arial"/>
                <a:ea typeface="Arial"/>
                <a:cs typeface="Arial"/>
              </a:defRPr>
            </a:lvl9pPr>
          </a:lstStyle>
          <a:p xmlns:a="http://schemas.openxmlformats.org/drawingml/2006/main">
            <a:pPr algn="l">
              <a:defRPr sz="1800" b="1">
                <a:solidFill>
                  <a:srgbClr val="15213C"/>
                </a:solidFill>
                <a:latin typeface="Arial"/>
                <a:ea typeface="Arial"/>
                <a:cs typeface="Arial"/>
              </a:defRPr>
            </a:pPr>
            <a:r>
              <a:rPr sz="1800" b="1">
                <a:solidFill>
                  <a:srgbClr val="15213C"/>
                </a:solidFill>
                <a:latin typeface="Arial"/>
                <a:ea typeface="Arial"/>
                <a:cs typeface="Arial"/>
              </a:rPr>
              <a:t>Venta</a:t>
            </a:r>
          </a:p>
        </p:txBody>
      </p:sp>
      <p:sp>
        <p:nvSpPr>
          <p:cNvPr id="23" name="">
            <a:extLst xmlns:a="http://schemas.openxmlformats.org/drawingml/2006/main">
              <a:ext uri="{FF2B5EF4-FFF2-40B4-BE49-F238E27FC236}">
                <a16:creationId xmlns:a16="http://schemas.microsoft.com/office/drawing/2014/main" id="{C50CAE5A-E22C-4962-9804-220CD0574E5A}"/>
              </a:ext>
            </a:extLst>
          </p:cNvPr>
          <p:cNvSpPr>
            <a:spLocks xmlns:a="http://schemas.openxmlformats.org/drawingml/2006/main" noGrp="1"/>
          </p:cNvSpPr>
          <p:nvPr/>
        </p:nvSpPr>
        <p:spPr>
          <a:xfrm xmlns:a="http://schemas.openxmlformats.org/drawingml/2006/main">
            <a:off x="6362700" y="3524250"/>
            <a:ext cx="2000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62708A"/>
                </a:solidFill>
                <a:latin typeface="Arial"/>
                <a:ea typeface="Arial"/>
                <a:cs typeface="Arial"/>
              </a:defRPr>
            </a:defPPr>
            <a:lvl1pPr algn="l">
              <a:defRPr sz="1275" b="0">
                <a:solidFill>
                  <a:srgbClr val="62708A"/>
                </a:solidFill>
                <a:latin typeface="Arial"/>
                <a:ea typeface="Arial"/>
                <a:cs typeface="Arial"/>
              </a:defRPr>
            </a:lvl1pPr>
            <a:lvl2pPr algn="l">
              <a:defRPr sz="1275" b="0">
                <a:solidFill>
                  <a:srgbClr val="62708A"/>
                </a:solidFill>
                <a:latin typeface="Arial"/>
                <a:ea typeface="Arial"/>
                <a:cs typeface="Arial"/>
              </a:defRPr>
            </a:lvl2pPr>
            <a:lvl3pPr algn="l">
              <a:defRPr sz="1275" b="0">
                <a:solidFill>
                  <a:srgbClr val="62708A"/>
                </a:solidFill>
                <a:latin typeface="Arial"/>
                <a:ea typeface="Arial"/>
                <a:cs typeface="Arial"/>
              </a:defRPr>
            </a:lvl3pPr>
            <a:lvl4pPr algn="l">
              <a:defRPr sz="1275" b="0">
                <a:solidFill>
                  <a:srgbClr val="62708A"/>
                </a:solidFill>
                <a:latin typeface="Arial"/>
                <a:ea typeface="Arial"/>
                <a:cs typeface="Arial"/>
              </a:defRPr>
            </a:lvl4pPr>
            <a:lvl5pPr algn="l">
              <a:defRPr sz="1275" b="0">
                <a:solidFill>
                  <a:srgbClr val="62708A"/>
                </a:solidFill>
                <a:latin typeface="Arial"/>
                <a:ea typeface="Arial"/>
                <a:cs typeface="Arial"/>
              </a:defRPr>
            </a:lvl5pPr>
            <a:lvl6pPr algn="l">
              <a:defRPr sz="1275" b="0">
                <a:solidFill>
                  <a:srgbClr val="62708A"/>
                </a:solidFill>
                <a:latin typeface="Arial"/>
                <a:ea typeface="Arial"/>
                <a:cs typeface="Arial"/>
              </a:defRPr>
            </a:lvl6pPr>
            <a:lvl7pPr algn="l">
              <a:defRPr sz="1275" b="0">
                <a:solidFill>
                  <a:srgbClr val="62708A"/>
                </a:solidFill>
                <a:latin typeface="Arial"/>
                <a:ea typeface="Arial"/>
                <a:cs typeface="Arial"/>
              </a:defRPr>
            </a:lvl7pPr>
            <a:lvl8pPr algn="l">
              <a:defRPr sz="1275" b="0">
                <a:solidFill>
                  <a:srgbClr val="62708A"/>
                </a:solidFill>
                <a:latin typeface="Arial"/>
                <a:ea typeface="Arial"/>
                <a:cs typeface="Arial"/>
              </a:defRPr>
            </a:lvl8pPr>
            <a:lvl9pPr algn="l">
              <a:defRPr sz="1275" b="0">
                <a:solidFill>
                  <a:srgbClr val="62708A"/>
                </a:solidFill>
                <a:latin typeface="Arial"/>
                <a:ea typeface="Arial"/>
                <a:cs typeface="Arial"/>
              </a:defRPr>
            </a:lvl9pPr>
          </a:lstStyle>
          <a:p xmlns:a="http://schemas.openxmlformats.org/drawingml/2006/main">
            <a:pPr algn="l">
              <a:defRPr sz="1275" b="0">
                <a:solidFill>
                  <a:srgbClr val="62708A"/>
                </a:solidFill>
                <a:latin typeface="Arial"/>
                <a:ea typeface="Arial"/>
                <a:cs typeface="Arial"/>
              </a:defRPr>
            </a:pPr>
            <a:r>
              <a:rPr sz="1275" b="0">
                <a:solidFill>
                  <a:srgbClr val="62708A"/>
                </a:solidFill>
                <a:latin typeface="Arial"/>
                <a:ea typeface="Arial"/>
                <a:cs typeface="Arial"/>
              </a:rPr>
              <a:t>Crear encabezado y copiar sus líneas de servicio.</a:t>
            </a:r>
          </a:p>
        </p:txBody>
      </p:sp>
      <p:sp>
        <p:nvSpPr>
          <p:cNvPr id="24" name="">
            <a:extLst xmlns:a="http://schemas.openxmlformats.org/drawingml/2006/main">
              <a:ext uri="{FF2B5EF4-FFF2-40B4-BE49-F238E27FC236}">
                <a16:creationId xmlns:a16="http://schemas.microsoft.com/office/drawing/2014/main" id="{97CFF18B-0E55-4E72-9F35-92439FB70369}"/>
              </a:ext>
            </a:extLst>
          </p:cNvPr>
          <p:cNvSpPr>
            <a:spLocks xmlns:a="http://schemas.openxmlformats.org/drawingml/2006/main" noGrp="1"/>
          </p:cNvSpPr>
          <p:nvPr/>
        </p:nvSpPr>
        <p:spPr>
          <a:xfrm xmlns:a="http://schemas.openxmlformats.org/drawingml/2006/main">
            <a:off x="8591550" y="2990850"/>
            <a:ext cx="304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52B1F3"/>
                </a:solidFill>
                <a:latin typeface="Arial"/>
                <a:ea typeface="Arial"/>
                <a:cs typeface="Arial"/>
              </a:defRPr>
            </a:defPPr>
            <a:lvl1pPr algn="ctr">
              <a:defRPr sz="1950" b="1">
                <a:solidFill>
                  <a:srgbClr val="52B1F3"/>
                </a:solidFill>
                <a:latin typeface="Arial"/>
                <a:ea typeface="Arial"/>
                <a:cs typeface="Arial"/>
              </a:defRPr>
            </a:lvl1pPr>
            <a:lvl2pPr algn="ctr">
              <a:defRPr sz="1950" b="1">
                <a:solidFill>
                  <a:srgbClr val="52B1F3"/>
                </a:solidFill>
                <a:latin typeface="Arial"/>
                <a:ea typeface="Arial"/>
                <a:cs typeface="Arial"/>
              </a:defRPr>
            </a:lvl2pPr>
            <a:lvl3pPr algn="ctr">
              <a:defRPr sz="1950" b="1">
                <a:solidFill>
                  <a:srgbClr val="52B1F3"/>
                </a:solidFill>
                <a:latin typeface="Arial"/>
                <a:ea typeface="Arial"/>
                <a:cs typeface="Arial"/>
              </a:defRPr>
            </a:lvl3pPr>
            <a:lvl4pPr algn="ctr">
              <a:defRPr sz="1950" b="1">
                <a:solidFill>
                  <a:srgbClr val="52B1F3"/>
                </a:solidFill>
                <a:latin typeface="Arial"/>
                <a:ea typeface="Arial"/>
                <a:cs typeface="Arial"/>
              </a:defRPr>
            </a:lvl4pPr>
            <a:lvl5pPr algn="ctr">
              <a:defRPr sz="1950" b="1">
                <a:solidFill>
                  <a:srgbClr val="52B1F3"/>
                </a:solidFill>
                <a:latin typeface="Arial"/>
                <a:ea typeface="Arial"/>
                <a:cs typeface="Arial"/>
              </a:defRPr>
            </a:lvl5pPr>
            <a:lvl6pPr algn="ctr">
              <a:defRPr sz="1950" b="1">
                <a:solidFill>
                  <a:srgbClr val="52B1F3"/>
                </a:solidFill>
                <a:latin typeface="Arial"/>
                <a:ea typeface="Arial"/>
                <a:cs typeface="Arial"/>
              </a:defRPr>
            </a:lvl6pPr>
            <a:lvl7pPr algn="ctr">
              <a:defRPr sz="1950" b="1">
                <a:solidFill>
                  <a:srgbClr val="52B1F3"/>
                </a:solidFill>
                <a:latin typeface="Arial"/>
                <a:ea typeface="Arial"/>
                <a:cs typeface="Arial"/>
              </a:defRPr>
            </a:lvl7pPr>
            <a:lvl8pPr algn="ctr">
              <a:defRPr sz="1950" b="1">
                <a:solidFill>
                  <a:srgbClr val="52B1F3"/>
                </a:solidFill>
                <a:latin typeface="Arial"/>
                <a:ea typeface="Arial"/>
                <a:cs typeface="Arial"/>
              </a:defRPr>
            </a:lvl8pPr>
            <a:lvl9pPr algn="ctr">
              <a:defRPr sz="1950" b="1">
                <a:solidFill>
                  <a:srgbClr val="52B1F3"/>
                </a:solidFill>
                <a:latin typeface="Arial"/>
                <a:ea typeface="Arial"/>
                <a:cs typeface="Arial"/>
              </a:defRPr>
            </a:lvl9pPr>
          </a:lstStyle>
          <a:p xmlns:a="http://schemas.openxmlformats.org/drawingml/2006/main">
            <a:pPr algn="ctr">
              <a:defRPr sz="1950" b="1">
                <a:solidFill>
                  <a:srgbClr val="52B1F3"/>
                </a:solidFill>
                <a:latin typeface="Arial"/>
                <a:ea typeface="Arial"/>
                <a:cs typeface="Arial"/>
              </a:defRPr>
            </a:pPr>
            <a:r>
              <a:rPr sz="1950" b="1">
                <a:solidFill>
                  <a:srgbClr val="52B1F3"/>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4060F2B1-8B05-4B0C-BCAA-7D8963962B16}"/>
              </a:ext>
            </a:extLst>
          </p:cNvPr>
          <p:cNvSpPr>
            <a:spLocks xmlns:a="http://schemas.openxmlformats.org/drawingml/2006/main" noGrp="1"/>
          </p:cNvSpPr>
          <p:nvPr/>
        </p:nvSpPr>
        <p:spPr>
          <a:xfrm xmlns:a="http://schemas.openxmlformats.org/drawingml/2006/main">
            <a:off x="8896350" y="2143125"/>
            <a:ext cx="2457450" cy="2476500"/>
          </a:xfrm>
          <a:prstGeom xmlns:a="http://schemas.openxmlformats.org/drawingml/2006/main" prst="roundRect">
            <a:avLst>
              <a:gd name="adj" fmla="val 3101"/>
            </a:avLst>
          </a:prstGeom>
          <a:solidFill xmlns:a="http://schemas.openxmlformats.org/drawingml/2006/main">
            <a:srgbClr val="FFFFFF"/>
          </a:solidFill>
          <a:ln xmlns:a="http://schemas.openxmlformats.org/drawingml/2006/main" w="9525">
            <a:solidFill>
              <a:srgbClr val="DCE3EF"/>
            </a:solidFill>
            <a:prstDash val="solid"/>
          </a:ln>
        </p:spPr>
      </p:sp>
      <p:sp>
        <p:nvSpPr>
          <p:cNvPr id="26" name="">
            <a:extLst xmlns:a="http://schemas.openxmlformats.org/drawingml/2006/main">
              <a:ext uri="{FF2B5EF4-FFF2-40B4-BE49-F238E27FC236}">
                <a16:creationId xmlns:a16="http://schemas.microsoft.com/office/drawing/2014/main" id="{E5A94BE4-F947-4CFA-A719-CE0D367E4862}"/>
              </a:ext>
            </a:extLst>
          </p:cNvPr>
          <p:cNvSpPr>
            <a:spLocks xmlns:a="http://schemas.openxmlformats.org/drawingml/2006/main" noGrp="1"/>
          </p:cNvSpPr>
          <p:nvPr/>
        </p:nvSpPr>
        <p:spPr>
          <a:xfrm xmlns:a="http://schemas.openxmlformats.org/drawingml/2006/main">
            <a:off x="9124950" y="2371725"/>
            <a:ext cx="457200" cy="457200"/>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66C909E-8911-4B94-ADE7-D9083D49FCF6}"/>
              </a:ext>
            </a:extLst>
          </p:cNvPr>
          <p:cNvSpPr>
            <a:spLocks xmlns:a="http://schemas.openxmlformats.org/drawingml/2006/main" noGrp="1"/>
          </p:cNvSpPr>
          <p:nvPr/>
        </p:nvSpPr>
        <p:spPr>
          <a:xfrm xmlns:a="http://schemas.openxmlformats.org/drawingml/2006/main">
            <a:off x="9124950" y="23717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242E24BB-F621-4418-98EA-55E292F76537}"/>
              </a:ext>
            </a:extLst>
          </p:cNvPr>
          <p:cNvSpPr>
            <a:spLocks xmlns:a="http://schemas.openxmlformats.org/drawingml/2006/main" noGrp="1"/>
          </p:cNvSpPr>
          <p:nvPr/>
        </p:nvSpPr>
        <p:spPr>
          <a:xfrm xmlns:a="http://schemas.openxmlformats.org/drawingml/2006/main">
            <a:off x="9124950" y="305752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5213C"/>
                </a:solidFill>
                <a:latin typeface="Arial"/>
                <a:ea typeface="Arial"/>
                <a:cs typeface="Arial"/>
              </a:defRPr>
            </a:defPPr>
            <a:lvl1pPr algn="l">
              <a:defRPr sz="1800" b="1">
                <a:solidFill>
                  <a:srgbClr val="15213C"/>
                </a:solidFill>
                <a:latin typeface="Arial"/>
                <a:ea typeface="Arial"/>
                <a:cs typeface="Arial"/>
              </a:defRPr>
            </a:lvl1pPr>
            <a:lvl2pPr algn="l">
              <a:defRPr sz="1800" b="1">
                <a:solidFill>
                  <a:srgbClr val="15213C"/>
                </a:solidFill>
                <a:latin typeface="Arial"/>
                <a:ea typeface="Arial"/>
                <a:cs typeface="Arial"/>
              </a:defRPr>
            </a:lvl2pPr>
            <a:lvl3pPr algn="l">
              <a:defRPr sz="1800" b="1">
                <a:solidFill>
                  <a:srgbClr val="15213C"/>
                </a:solidFill>
                <a:latin typeface="Arial"/>
                <a:ea typeface="Arial"/>
                <a:cs typeface="Arial"/>
              </a:defRPr>
            </a:lvl3pPr>
            <a:lvl4pPr algn="l">
              <a:defRPr sz="1800" b="1">
                <a:solidFill>
                  <a:srgbClr val="15213C"/>
                </a:solidFill>
                <a:latin typeface="Arial"/>
                <a:ea typeface="Arial"/>
                <a:cs typeface="Arial"/>
              </a:defRPr>
            </a:lvl4pPr>
            <a:lvl5pPr algn="l">
              <a:defRPr sz="1800" b="1">
                <a:solidFill>
                  <a:srgbClr val="15213C"/>
                </a:solidFill>
                <a:latin typeface="Arial"/>
                <a:ea typeface="Arial"/>
                <a:cs typeface="Arial"/>
              </a:defRPr>
            </a:lvl5pPr>
            <a:lvl6pPr algn="l">
              <a:defRPr sz="1800" b="1">
                <a:solidFill>
                  <a:srgbClr val="15213C"/>
                </a:solidFill>
                <a:latin typeface="Arial"/>
                <a:ea typeface="Arial"/>
                <a:cs typeface="Arial"/>
              </a:defRPr>
            </a:lvl6pPr>
            <a:lvl7pPr algn="l">
              <a:defRPr sz="1800" b="1">
                <a:solidFill>
                  <a:srgbClr val="15213C"/>
                </a:solidFill>
                <a:latin typeface="Arial"/>
                <a:ea typeface="Arial"/>
                <a:cs typeface="Arial"/>
              </a:defRPr>
            </a:lvl7pPr>
            <a:lvl8pPr algn="l">
              <a:defRPr sz="1800" b="1">
                <a:solidFill>
                  <a:srgbClr val="15213C"/>
                </a:solidFill>
                <a:latin typeface="Arial"/>
                <a:ea typeface="Arial"/>
                <a:cs typeface="Arial"/>
              </a:defRPr>
            </a:lvl8pPr>
            <a:lvl9pPr algn="l">
              <a:defRPr sz="1800" b="1">
                <a:solidFill>
                  <a:srgbClr val="15213C"/>
                </a:solidFill>
                <a:latin typeface="Arial"/>
                <a:ea typeface="Arial"/>
                <a:cs typeface="Arial"/>
              </a:defRPr>
            </a:lvl9pPr>
          </a:lstStyle>
          <a:p xmlns:a="http://schemas.openxmlformats.org/drawingml/2006/main">
            <a:pPr algn="l">
              <a:defRPr sz="1800" b="1">
                <a:solidFill>
                  <a:srgbClr val="15213C"/>
                </a:solidFill>
                <a:latin typeface="Arial"/>
                <a:ea typeface="Arial"/>
                <a:cs typeface="Arial"/>
              </a:defRPr>
            </a:pPr>
            <a:r>
              <a:rPr sz="1800" b="1">
                <a:solidFill>
                  <a:srgbClr val="15213C"/>
                </a:solidFill>
                <a:latin typeface="Arial"/>
                <a:ea typeface="Arial"/>
                <a:cs typeface="Arial"/>
              </a:rPr>
              <a:t>Documento</a:t>
            </a:r>
          </a:p>
        </p:txBody>
      </p:sp>
      <p:sp>
        <p:nvSpPr>
          <p:cNvPr id="29" name="">
            <a:extLst xmlns:a="http://schemas.openxmlformats.org/drawingml/2006/main">
              <a:ext uri="{FF2B5EF4-FFF2-40B4-BE49-F238E27FC236}">
                <a16:creationId xmlns:a16="http://schemas.microsoft.com/office/drawing/2014/main" id="{AA1E7D49-E5CD-4FFD-9FA7-131E249A8A4F}"/>
              </a:ext>
            </a:extLst>
          </p:cNvPr>
          <p:cNvSpPr>
            <a:spLocks xmlns:a="http://schemas.openxmlformats.org/drawingml/2006/main" noGrp="1"/>
          </p:cNvSpPr>
          <p:nvPr/>
        </p:nvSpPr>
        <p:spPr>
          <a:xfrm xmlns:a="http://schemas.openxmlformats.org/drawingml/2006/main">
            <a:off x="9124950" y="3524250"/>
            <a:ext cx="2000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62708A"/>
                </a:solidFill>
                <a:latin typeface="Arial"/>
                <a:ea typeface="Arial"/>
                <a:cs typeface="Arial"/>
              </a:defRPr>
            </a:defPPr>
            <a:lvl1pPr algn="l">
              <a:defRPr sz="1275" b="0">
                <a:solidFill>
                  <a:srgbClr val="62708A"/>
                </a:solidFill>
                <a:latin typeface="Arial"/>
                <a:ea typeface="Arial"/>
                <a:cs typeface="Arial"/>
              </a:defRPr>
            </a:lvl1pPr>
            <a:lvl2pPr algn="l">
              <a:defRPr sz="1275" b="0">
                <a:solidFill>
                  <a:srgbClr val="62708A"/>
                </a:solidFill>
                <a:latin typeface="Arial"/>
                <a:ea typeface="Arial"/>
                <a:cs typeface="Arial"/>
              </a:defRPr>
            </a:lvl2pPr>
            <a:lvl3pPr algn="l">
              <a:defRPr sz="1275" b="0">
                <a:solidFill>
                  <a:srgbClr val="62708A"/>
                </a:solidFill>
                <a:latin typeface="Arial"/>
                <a:ea typeface="Arial"/>
                <a:cs typeface="Arial"/>
              </a:defRPr>
            </a:lvl3pPr>
            <a:lvl4pPr algn="l">
              <a:defRPr sz="1275" b="0">
                <a:solidFill>
                  <a:srgbClr val="62708A"/>
                </a:solidFill>
                <a:latin typeface="Arial"/>
                <a:ea typeface="Arial"/>
                <a:cs typeface="Arial"/>
              </a:defRPr>
            </a:lvl4pPr>
            <a:lvl5pPr algn="l">
              <a:defRPr sz="1275" b="0">
                <a:solidFill>
                  <a:srgbClr val="62708A"/>
                </a:solidFill>
                <a:latin typeface="Arial"/>
                <a:ea typeface="Arial"/>
                <a:cs typeface="Arial"/>
              </a:defRPr>
            </a:lvl5pPr>
            <a:lvl6pPr algn="l">
              <a:defRPr sz="1275" b="0">
                <a:solidFill>
                  <a:srgbClr val="62708A"/>
                </a:solidFill>
                <a:latin typeface="Arial"/>
                <a:ea typeface="Arial"/>
                <a:cs typeface="Arial"/>
              </a:defRPr>
            </a:lvl6pPr>
            <a:lvl7pPr algn="l">
              <a:defRPr sz="1275" b="0">
                <a:solidFill>
                  <a:srgbClr val="62708A"/>
                </a:solidFill>
                <a:latin typeface="Arial"/>
                <a:ea typeface="Arial"/>
                <a:cs typeface="Arial"/>
              </a:defRPr>
            </a:lvl7pPr>
            <a:lvl8pPr algn="l">
              <a:defRPr sz="1275" b="0">
                <a:solidFill>
                  <a:srgbClr val="62708A"/>
                </a:solidFill>
                <a:latin typeface="Arial"/>
                <a:ea typeface="Arial"/>
                <a:cs typeface="Arial"/>
              </a:defRPr>
            </a:lvl8pPr>
            <a:lvl9pPr algn="l">
              <a:defRPr sz="1275" b="0">
                <a:solidFill>
                  <a:srgbClr val="62708A"/>
                </a:solidFill>
                <a:latin typeface="Arial"/>
                <a:ea typeface="Arial"/>
                <a:cs typeface="Arial"/>
              </a:defRPr>
            </a:lvl9pPr>
          </a:lstStyle>
          <a:p xmlns:a="http://schemas.openxmlformats.org/drawingml/2006/main">
            <a:pPr algn="l">
              <a:defRPr sz="1275" b="0">
                <a:solidFill>
                  <a:srgbClr val="62708A"/>
                </a:solidFill>
                <a:latin typeface="Arial"/>
                <a:ea typeface="Arial"/>
                <a:cs typeface="Arial"/>
              </a:defRPr>
            </a:pPr>
            <a:r>
              <a:rPr sz="1275" b="0">
                <a:solidFill>
                  <a:srgbClr val="62708A"/>
                </a:solidFill>
                <a:latin typeface="Arial"/>
                <a:ea typeface="Arial"/>
                <a:cs typeface="Arial"/>
              </a:rPr>
              <a:t>Emitir factura o boleta; agregar guía si corresponde.</a:t>
            </a:r>
          </a:p>
        </p:txBody>
      </p:sp>
      <p:sp>
        <p:nvSpPr>
          <p:cNvPr id="30" name="">
            <a:extLst xmlns:a="http://schemas.openxmlformats.org/drawingml/2006/main">
              <a:ext uri="{FF2B5EF4-FFF2-40B4-BE49-F238E27FC236}">
                <a16:creationId xmlns:a16="http://schemas.microsoft.com/office/drawing/2014/main" id="{8CB5C86D-B575-4F93-8EA1-BD229A9C0E42}"/>
              </a:ext>
            </a:extLst>
          </p:cNvPr>
          <p:cNvSpPr>
            <a:spLocks xmlns:a="http://schemas.openxmlformats.org/drawingml/2006/main" noGrp="1"/>
          </p:cNvSpPr>
          <p:nvPr/>
        </p:nvSpPr>
        <p:spPr>
          <a:xfrm xmlns:a="http://schemas.openxmlformats.org/drawingml/2006/main">
            <a:off x="762000" y="51435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101A3D"/>
                </a:solidFill>
                <a:latin typeface="Arial"/>
                <a:ea typeface="Arial"/>
                <a:cs typeface="Arial"/>
              </a:defRPr>
            </a:defPPr>
            <a:lvl1pPr algn="ctr">
              <a:defRPr sz="1425" b="1">
                <a:solidFill>
                  <a:srgbClr val="101A3D"/>
                </a:solidFill>
                <a:latin typeface="Arial"/>
                <a:ea typeface="Arial"/>
                <a:cs typeface="Arial"/>
              </a:defRPr>
            </a:lvl1pPr>
            <a:lvl2pPr algn="ctr">
              <a:defRPr sz="1425" b="1">
                <a:solidFill>
                  <a:srgbClr val="101A3D"/>
                </a:solidFill>
                <a:latin typeface="Arial"/>
                <a:ea typeface="Arial"/>
                <a:cs typeface="Arial"/>
              </a:defRPr>
            </a:lvl2pPr>
            <a:lvl3pPr algn="ctr">
              <a:defRPr sz="1425" b="1">
                <a:solidFill>
                  <a:srgbClr val="101A3D"/>
                </a:solidFill>
                <a:latin typeface="Arial"/>
                <a:ea typeface="Arial"/>
                <a:cs typeface="Arial"/>
              </a:defRPr>
            </a:lvl3pPr>
            <a:lvl4pPr algn="ctr">
              <a:defRPr sz="1425" b="1">
                <a:solidFill>
                  <a:srgbClr val="101A3D"/>
                </a:solidFill>
                <a:latin typeface="Arial"/>
                <a:ea typeface="Arial"/>
                <a:cs typeface="Arial"/>
              </a:defRPr>
            </a:lvl4pPr>
            <a:lvl5pPr algn="ctr">
              <a:defRPr sz="1425" b="1">
                <a:solidFill>
                  <a:srgbClr val="101A3D"/>
                </a:solidFill>
                <a:latin typeface="Arial"/>
                <a:ea typeface="Arial"/>
                <a:cs typeface="Arial"/>
              </a:defRPr>
            </a:lvl5pPr>
            <a:lvl6pPr algn="ctr">
              <a:defRPr sz="1425" b="1">
                <a:solidFill>
                  <a:srgbClr val="101A3D"/>
                </a:solidFill>
                <a:latin typeface="Arial"/>
                <a:ea typeface="Arial"/>
                <a:cs typeface="Arial"/>
              </a:defRPr>
            </a:lvl6pPr>
            <a:lvl7pPr algn="ctr">
              <a:defRPr sz="1425" b="1">
                <a:solidFill>
                  <a:srgbClr val="101A3D"/>
                </a:solidFill>
                <a:latin typeface="Arial"/>
                <a:ea typeface="Arial"/>
                <a:cs typeface="Arial"/>
              </a:defRPr>
            </a:lvl7pPr>
            <a:lvl8pPr algn="ctr">
              <a:defRPr sz="1425" b="1">
                <a:solidFill>
                  <a:srgbClr val="101A3D"/>
                </a:solidFill>
                <a:latin typeface="Arial"/>
                <a:ea typeface="Arial"/>
                <a:cs typeface="Arial"/>
              </a:defRPr>
            </a:lvl8pPr>
            <a:lvl9pPr algn="ctr">
              <a:defRPr sz="1425" b="1">
                <a:solidFill>
                  <a:srgbClr val="101A3D"/>
                </a:solidFill>
                <a:latin typeface="Arial"/>
                <a:ea typeface="Arial"/>
                <a:cs typeface="Arial"/>
              </a:defRPr>
            </a:lvl9pPr>
          </a:lstStyle>
          <a:p xmlns:a="http://schemas.openxmlformats.org/drawingml/2006/main">
            <a:pPr algn="ctr">
              <a:defRPr sz="1425" b="1">
                <a:solidFill>
                  <a:srgbClr val="101A3D"/>
                </a:solidFill>
                <a:latin typeface="Arial"/>
                <a:ea typeface="Arial"/>
                <a:cs typeface="Arial"/>
              </a:defRPr>
            </a:pPr>
            <a:r>
              <a:rPr sz="1425" b="1">
                <a:solidFill>
                  <a:srgbClr val="101A3D"/>
                </a:solidFill>
                <a:latin typeface="Arial"/>
                <a:ea typeface="Arial"/>
                <a:cs typeface="Arial"/>
              </a:rPr>
              <a:t>Resultado: cada documento queda asociado a una venta y conserva su historial de estados.</a:t>
            </a:r>
          </a:p>
        </p:txBody>
      </p:sp>
    </p:spTree>
    <p:extLst>
      <p:ext uri="{BB962C8B-B14F-4D97-AF65-F5344CB8AC3E}">
        <p14:creationId xmlns:p14="http://schemas.microsoft.com/office/powerpoint/2010/main" val="775688166"/>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46D1148-918E-42C9-983D-6A084298453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864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BED5162-B265-4FE2-9A89-87EB45D5D0D8}"/>
              </a:ext>
            </a:extLst>
          </p:cNvPr>
          <p:cNvSpPr>
            <a:spLocks xmlns:a="http://schemas.openxmlformats.org/drawingml/2006/main" noGrp="1"/>
          </p:cNvSpPr>
          <p:nvPr/>
        </p:nvSpPr>
        <p:spPr>
          <a:xfrm xmlns:a="http://schemas.openxmlformats.org/drawingml/2006/main">
            <a:off x="609600" y="333375"/>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2864E8"/>
                </a:solidFill>
                <a:latin typeface="Arial"/>
                <a:ea typeface="Arial"/>
                <a:cs typeface="Arial"/>
              </a:defRPr>
            </a:defPPr>
            <a:lvl1pPr algn="l">
              <a:defRPr sz="1050" b="1">
                <a:solidFill>
                  <a:srgbClr val="2864E8"/>
                </a:solidFill>
                <a:latin typeface="Arial"/>
                <a:ea typeface="Arial"/>
                <a:cs typeface="Arial"/>
              </a:defRPr>
            </a:lvl1pPr>
            <a:lvl2pPr algn="l">
              <a:defRPr sz="1050" b="1">
                <a:solidFill>
                  <a:srgbClr val="2864E8"/>
                </a:solidFill>
                <a:latin typeface="Arial"/>
                <a:ea typeface="Arial"/>
                <a:cs typeface="Arial"/>
              </a:defRPr>
            </a:lvl2pPr>
            <a:lvl3pPr algn="l">
              <a:defRPr sz="1050" b="1">
                <a:solidFill>
                  <a:srgbClr val="2864E8"/>
                </a:solidFill>
                <a:latin typeface="Arial"/>
                <a:ea typeface="Arial"/>
                <a:cs typeface="Arial"/>
              </a:defRPr>
            </a:lvl3pPr>
            <a:lvl4pPr algn="l">
              <a:defRPr sz="1050" b="1">
                <a:solidFill>
                  <a:srgbClr val="2864E8"/>
                </a:solidFill>
                <a:latin typeface="Arial"/>
                <a:ea typeface="Arial"/>
                <a:cs typeface="Arial"/>
              </a:defRPr>
            </a:lvl4pPr>
            <a:lvl5pPr algn="l">
              <a:defRPr sz="1050" b="1">
                <a:solidFill>
                  <a:srgbClr val="2864E8"/>
                </a:solidFill>
                <a:latin typeface="Arial"/>
                <a:ea typeface="Arial"/>
                <a:cs typeface="Arial"/>
              </a:defRPr>
            </a:lvl5pPr>
            <a:lvl6pPr algn="l">
              <a:defRPr sz="1050" b="1">
                <a:solidFill>
                  <a:srgbClr val="2864E8"/>
                </a:solidFill>
                <a:latin typeface="Arial"/>
                <a:ea typeface="Arial"/>
                <a:cs typeface="Arial"/>
              </a:defRPr>
            </a:lvl6pPr>
            <a:lvl7pPr algn="l">
              <a:defRPr sz="1050" b="1">
                <a:solidFill>
                  <a:srgbClr val="2864E8"/>
                </a:solidFill>
                <a:latin typeface="Arial"/>
                <a:ea typeface="Arial"/>
                <a:cs typeface="Arial"/>
              </a:defRPr>
            </a:lvl7pPr>
            <a:lvl8pPr algn="l">
              <a:defRPr sz="1050" b="1">
                <a:solidFill>
                  <a:srgbClr val="2864E8"/>
                </a:solidFill>
                <a:latin typeface="Arial"/>
                <a:ea typeface="Arial"/>
                <a:cs typeface="Arial"/>
              </a:defRPr>
            </a:lvl8pPr>
            <a:lvl9pPr algn="l">
              <a:defRPr sz="1050" b="1">
                <a:solidFill>
                  <a:srgbClr val="2864E8"/>
                </a:solidFill>
                <a:latin typeface="Arial"/>
                <a:ea typeface="Arial"/>
                <a:cs typeface="Arial"/>
              </a:defRPr>
            </a:lvl9pPr>
          </a:lstStyle>
          <a:p xmlns:a="http://schemas.openxmlformats.org/drawingml/2006/main">
            <a:pPr algn="l">
              <a:defRPr sz="1050" b="1">
                <a:solidFill>
                  <a:srgbClr val="2864E8"/>
                </a:solidFill>
                <a:latin typeface="Arial"/>
                <a:ea typeface="Arial"/>
                <a:cs typeface="Arial"/>
              </a:defRPr>
            </a:pPr>
            <a:r>
              <a:rPr sz="1050" b="1">
                <a:solidFill>
                  <a:srgbClr val="2864E8"/>
                </a:solidFill>
                <a:latin typeface="Arial"/>
                <a:ea typeface="Arial"/>
                <a:cs typeface="Arial"/>
              </a:rPr>
              <a:t>MODELO DE DATOS</a:t>
            </a:r>
          </a:p>
        </p:txBody>
      </p:sp>
      <p:sp>
        <p:nvSpPr>
          <p:cNvPr id="3" name="">
            <a:extLst xmlns:a="http://schemas.openxmlformats.org/drawingml/2006/main">
              <a:ext uri="{FF2B5EF4-FFF2-40B4-BE49-F238E27FC236}">
                <a16:creationId xmlns:a16="http://schemas.microsoft.com/office/drawing/2014/main" id="{BA986DD5-68D5-4A9F-99EA-35CA7B4BD975}"/>
              </a:ext>
            </a:extLst>
          </p:cNvPr>
          <p:cNvSpPr>
            <a:spLocks xmlns:a="http://schemas.openxmlformats.org/drawingml/2006/main" noGrp="1"/>
          </p:cNvSpPr>
          <p:nvPr/>
        </p:nvSpPr>
        <p:spPr>
          <a:xfrm xmlns:a="http://schemas.openxmlformats.org/drawingml/2006/main">
            <a:off x="609600" y="6381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213C"/>
                </a:solidFill>
                <a:latin typeface="Arial"/>
                <a:ea typeface="Arial"/>
                <a:cs typeface="Arial"/>
              </a:defRPr>
            </a:defPPr>
            <a:lvl1pPr algn="l">
              <a:defRPr sz="2550" b="1">
                <a:solidFill>
                  <a:srgbClr val="15213C"/>
                </a:solidFill>
                <a:latin typeface="Arial"/>
                <a:ea typeface="Arial"/>
                <a:cs typeface="Arial"/>
              </a:defRPr>
            </a:lvl1pPr>
            <a:lvl2pPr algn="l">
              <a:defRPr sz="2550" b="1">
                <a:solidFill>
                  <a:srgbClr val="15213C"/>
                </a:solidFill>
                <a:latin typeface="Arial"/>
                <a:ea typeface="Arial"/>
                <a:cs typeface="Arial"/>
              </a:defRPr>
            </a:lvl2pPr>
            <a:lvl3pPr algn="l">
              <a:defRPr sz="2550" b="1">
                <a:solidFill>
                  <a:srgbClr val="15213C"/>
                </a:solidFill>
                <a:latin typeface="Arial"/>
                <a:ea typeface="Arial"/>
                <a:cs typeface="Arial"/>
              </a:defRPr>
            </a:lvl3pPr>
            <a:lvl4pPr algn="l">
              <a:defRPr sz="2550" b="1">
                <a:solidFill>
                  <a:srgbClr val="15213C"/>
                </a:solidFill>
                <a:latin typeface="Arial"/>
                <a:ea typeface="Arial"/>
                <a:cs typeface="Arial"/>
              </a:defRPr>
            </a:lvl4pPr>
            <a:lvl5pPr algn="l">
              <a:defRPr sz="2550" b="1">
                <a:solidFill>
                  <a:srgbClr val="15213C"/>
                </a:solidFill>
                <a:latin typeface="Arial"/>
                <a:ea typeface="Arial"/>
                <a:cs typeface="Arial"/>
              </a:defRPr>
            </a:lvl5pPr>
            <a:lvl6pPr algn="l">
              <a:defRPr sz="2550" b="1">
                <a:solidFill>
                  <a:srgbClr val="15213C"/>
                </a:solidFill>
                <a:latin typeface="Arial"/>
                <a:ea typeface="Arial"/>
                <a:cs typeface="Arial"/>
              </a:defRPr>
            </a:lvl6pPr>
            <a:lvl7pPr algn="l">
              <a:defRPr sz="2550" b="1">
                <a:solidFill>
                  <a:srgbClr val="15213C"/>
                </a:solidFill>
                <a:latin typeface="Arial"/>
                <a:ea typeface="Arial"/>
                <a:cs typeface="Arial"/>
              </a:defRPr>
            </a:lvl7pPr>
            <a:lvl8pPr algn="l">
              <a:defRPr sz="2550" b="1">
                <a:solidFill>
                  <a:srgbClr val="15213C"/>
                </a:solidFill>
                <a:latin typeface="Arial"/>
                <a:ea typeface="Arial"/>
                <a:cs typeface="Arial"/>
              </a:defRPr>
            </a:lvl8pPr>
            <a:lvl9pPr algn="l">
              <a:defRPr sz="2550" b="1">
                <a:solidFill>
                  <a:srgbClr val="15213C"/>
                </a:solidFill>
                <a:latin typeface="Arial"/>
                <a:ea typeface="Arial"/>
                <a:cs typeface="Arial"/>
              </a:defRPr>
            </a:lvl9pPr>
          </a:lstStyle>
          <a:p xmlns:a="http://schemas.openxmlformats.org/drawingml/2006/main">
            <a:pPr algn="l">
              <a:defRPr sz="2550" b="1">
                <a:solidFill>
                  <a:srgbClr val="15213C"/>
                </a:solidFill>
                <a:latin typeface="Arial"/>
                <a:ea typeface="Arial"/>
                <a:cs typeface="Arial"/>
              </a:defRPr>
            </a:pPr>
            <a:r>
              <a:rPr sz="2550" b="1">
                <a:solidFill>
                  <a:srgbClr val="15213C"/>
                </a:solidFill>
                <a:latin typeface="Arial"/>
                <a:ea typeface="Arial"/>
                <a:cs typeface="Arial"/>
              </a:rPr>
              <a:t>Datos que respaldan el flujo</a:t>
            </a:r>
          </a:p>
        </p:txBody>
      </p:sp>
      <p:sp>
        <p:nvSpPr>
          <p:cNvPr id="4" name="">
            <a:extLst xmlns:a="http://schemas.openxmlformats.org/drawingml/2006/main">
              <a:ext uri="{FF2B5EF4-FFF2-40B4-BE49-F238E27FC236}">
                <a16:creationId xmlns:a16="http://schemas.microsoft.com/office/drawing/2014/main" id="{1573FE33-4A60-4160-A508-26139B2F1994}"/>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BD4889D-92A4-48AD-A548-02EB8B844038}"/>
              </a:ext>
            </a:extLst>
          </p:cNvPr>
          <p:cNvSpPr>
            <a:spLocks xmlns:a="http://schemas.openxmlformats.org/drawingml/2006/main" noGrp="1"/>
          </p:cNvSpPr>
          <p:nvPr/>
        </p:nvSpPr>
        <p:spPr>
          <a:xfrm xmlns:a="http://schemas.openxmlformats.org/drawingml/2006/main">
            <a:off x="609600" y="63150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62708A"/>
                </a:solidFill>
                <a:latin typeface="Arial"/>
                <a:ea typeface="Arial"/>
                <a:cs typeface="Arial"/>
              </a:defRPr>
            </a:defPPr>
            <a:lvl1pPr algn="l">
              <a:defRPr sz="975" b="1">
                <a:solidFill>
                  <a:srgbClr val="62708A"/>
                </a:solidFill>
                <a:latin typeface="Arial"/>
                <a:ea typeface="Arial"/>
                <a:cs typeface="Arial"/>
              </a:defRPr>
            </a:lvl1pPr>
            <a:lvl2pPr algn="l">
              <a:defRPr sz="975" b="1">
                <a:solidFill>
                  <a:srgbClr val="62708A"/>
                </a:solidFill>
                <a:latin typeface="Arial"/>
                <a:ea typeface="Arial"/>
                <a:cs typeface="Arial"/>
              </a:defRPr>
            </a:lvl2pPr>
            <a:lvl3pPr algn="l">
              <a:defRPr sz="975" b="1">
                <a:solidFill>
                  <a:srgbClr val="62708A"/>
                </a:solidFill>
                <a:latin typeface="Arial"/>
                <a:ea typeface="Arial"/>
                <a:cs typeface="Arial"/>
              </a:defRPr>
            </a:lvl3pPr>
            <a:lvl4pPr algn="l">
              <a:defRPr sz="975" b="1">
                <a:solidFill>
                  <a:srgbClr val="62708A"/>
                </a:solidFill>
                <a:latin typeface="Arial"/>
                <a:ea typeface="Arial"/>
                <a:cs typeface="Arial"/>
              </a:defRPr>
            </a:lvl4pPr>
            <a:lvl5pPr algn="l">
              <a:defRPr sz="975" b="1">
                <a:solidFill>
                  <a:srgbClr val="62708A"/>
                </a:solidFill>
                <a:latin typeface="Arial"/>
                <a:ea typeface="Arial"/>
                <a:cs typeface="Arial"/>
              </a:defRPr>
            </a:lvl5pPr>
            <a:lvl6pPr algn="l">
              <a:defRPr sz="975" b="1">
                <a:solidFill>
                  <a:srgbClr val="62708A"/>
                </a:solidFill>
                <a:latin typeface="Arial"/>
                <a:ea typeface="Arial"/>
                <a:cs typeface="Arial"/>
              </a:defRPr>
            </a:lvl6pPr>
            <a:lvl7pPr algn="l">
              <a:defRPr sz="975" b="1">
                <a:solidFill>
                  <a:srgbClr val="62708A"/>
                </a:solidFill>
                <a:latin typeface="Arial"/>
                <a:ea typeface="Arial"/>
                <a:cs typeface="Arial"/>
              </a:defRPr>
            </a:lvl7pPr>
            <a:lvl8pPr algn="l">
              <a:defRPr sz="975" b="1">
                <a:solidFill>
                  <a:srgbClr val="62708A"/>
                </a:solidFill>
                <a:latin typeface="Arial"/>
                <a:ea typeface="Arial"/>
                <a:cs typeface="Arial"/>
              </a:defRPr>
            </a:lvl8pPr>
            <a:lvl9pPr algn="l">
              <a:defRPr sz="975" b="1">
                <a:solidFill>
                  <a:srgbClr val="62708A"/>
                </a:solidFill>
                <a:latin typeface="Arial"/>
                <a:ea typeface="Arial"/>
                <a:cs typeface="Arial"/>
              </a:defRPr>
            </a:lvl9pPr>
          </a:lstStyle>
          <a:p xmlns:a="http://schemas.openxmlformats.org/drawingml/2006/main">
            <a:pPr algn="l">
              <a:defRPr sz="975" b="1">
                <a:solidFill>
                  <a:srgbClr val="62708A"/>
                </a:solidFill>
                <a:latin typeface="Arial"/>
                <a:ea typeface="Arial"/>
                <a:cs typeface="Arial"/>
              </a:defRPr>
            </a:pPr>
            <a:r>
              <a:rPr sz="975" b="1">
                <a:solidFill>
                  <a:srgbClr val="62708A"/>
                </a:solidFill>
                <a:latin typeface="Arial"/>
                <a:ea typeface="Arial"/>
                <a:cs typeface="Arial"/>
              </a:rPr>
              <a:t>FLEETPRO  ·  Semana 10</a:t>
            </a:r>
          </a:p>
        </p:txBody>
      </p:sp>
      <p:sp>
        <p:nvSpPr>
          <p:cNvPr id="6" name="">
            <a:extLst xmlns:a="http://schemas.openxmlformats.org/drawingml/2006/main">
              <a:ext uri="{FF2B5EF4-FFF2-40B4-BE49-F238E27FC236}">
                <a16:creationId xmlns:a16="http://schemas.microsoft.com/office/drawing/2014/main" id="{5EB54B6A-D4D2-4A15-9957-B6E8CD95A1E2}"/>
              </a:ext>
            </a:extLst>
          </p:cNvPr>
          <p:cNvSpPr>
            <a:spLocks xmlns:a="http://schemas.openxmlformats.org/drawingml/2006/main" noGrp="1"/>
          </p:cNvSpPr>
          <p:nvPr/>
        </p:nvSpPr>
        <p:spPr>
          <a:xfrm xmlns:a="http://schemas.openxmlformats.org/drawingml/2006/main">
            <a:off x="11049000" y="63150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62708A"/>
                </a:solidFill>
                <a:latin typeface="Arial"/>
                <a:ea typeface="Arial"/>
                <a:cs typeface="Arial"/>
              </a:defRPr>
            </a:defPPr>
            <a:lvl1pPr algn="r">
              <a:defRPr sz="975" b="1">
                <a:solidFill>
                  <a:srgbClr val="62708A"/>
                </a:solidFill>
                <a:latin typeface="Arial"/>
                <a:ea typeface="Arial"/>
                <a:cs typeface="Arial"/>
              </a:defRPr>
            </a:lvl1pPr>
            <a:lvl2pPr algn="r">
              <a:defRPr sz="975" b="1">
                <a:solidFill>
                  <a:srgbClr val="62708A"/>
                </a:solidFill>
                <a:latin typeface="Arial"/>
                <a:ea typeface="Arial"/>
                <a:cs typeface="Arial"/>
              </a:defRPr>
            </a:lvl2pPr>
            <a:lvl3pPr algn="r">
              <a:defRPr sz="975" b="1">
                <a:solidFill>
                  <a:srgbClr val="62708A"/>
                </a:solidFill>
                <a:latin typeface="Arial"/>
                <a:ea typeface="Arial"/>
                <a:cs typeface="Arial"/>
              </a:defRPr>
            </a:lvl3pPr>
            <a:lvl4pPr algn="r">
              <a:defRPr sz="975" b="1">
                <a:solidFill>
                  <a:srgbClr val="62708A"/>
                </a:solidFill>
                <a:latin typeface="Arial"/>
                <a:ea typeface="Arial"/>
                <a:cs typeface="Arial"/>
              </a:defRPr>
            </a:lvl4pPr>
            <a:lvl5pPr algn="r">
              <a:defRPr sz="975" b="1">
                <a:solidFill>
                  <a:srgbClr val="62708A"/>
                </a:solidFill>
                <a:latin typeface="Arial"/>
                <a:ea typeface="Arial"/>
                <a:cs typeface="Arial"/>
              </a:defRPr>
            </a:lvl5pPr>
            <a:lvl6pPr algn="r">
              <a:defRPr sz="975" b="1">
                <a:solidFill>
                  <a:srgbClr val="62708A"/>
                </a:solidFill>
                <a:latin typeface="Arial"/>
                <a:ea typeface="Arial"/>
                <a:cs typeface="Arial"/>
              </a:defRPr>
            </a:lvl6pPr>
            <a:lvl7pPr algn="r">
              <a:defRPr sz="975" b="1">
                <a:solidFill>
                  <a:srgbClr val="62708A"/>
                </a:solidFill>
                <a:latin typeface="Arial"/>
                <a:ea typeface="Arial"/>
                <a:cs typeface="Arial"/>
              </a:defRPr>
            </a:lvl7pPr>
            <a:lvl8pPr algn="r">
              <a:defRPr sz="975" b="1">
                <a:solidFill>
                  <a:srgbClr val="62708A"/>
                </a:solidFill>
                <a:latin typeface="Arial"/>
                <a:ea typeface="Arial"/>
                <a:cs typeface="Arial"/>
              </a:defRPr>
            </a:lvl8pPr>
            <a:lvl9pPr algn="r">
              <a:defRPr sz="975" b="1">
                <a:solidFill>
                  <a:srgbClr val="62708A"/>
                </a:solidFill>
                <a:latin typeface="Arial"/>
                <a:ea typeface="Arial"/>
                <a:cs typeface="Arial"/>
              </a:defRPr>
            </a:lvl9pPr>
          </a:lstStyle>
          <a:p xmlns:a="http://schemas.openxmlformats.org/drawingml/2006/main">
            <a:pPr algn="r">
              <a:defRPr sz="975" b="1">
                <a:solidFill>
                  <a:srgbClr val="62708A"/>
                </a:solidFill>
                <a:latin typeface="Arial"/>
                <a:ea typeface="Arial"/>
                <a:cs typeface="Arial"/>
              </a:defRPr>
            </a:pPr>
            <a:r>
              <a:rPr sz="975" b="1">
                <a:solidFill>
                  <a:srgbClr val="62708A"/>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02A1A1AB-DFE1-46A0-9542-8C35F319B866}"/>
              </a:ext>
            </a:extLst>
          </p:cNvPr>
          <p:cNvSpPr>
            <a:spLocks xmlns:a="http://schemas.openxmlformats.org/drawingml/2006/main" noGrp="1"/>
          </p:cNvSpPr>
          <p:nvPr/>
        </p:nvSpPr>
        <p:spPr>
          <a:xfrm xmlns:a="http://schemas.openxmlformats.org/drawingml/2006/main">
            <a:off x="762000" y="1962150"/>
            <a:ext cx="2047875" cy="781050"/>
          </a:xfrm>
          <a:prstGeom xmlns:a="http://schemas.openxmlformats.org/drawingml/2006/main" prst="roundRect">
            <a:avLst>
              <a:gd name="adj" fmla="val 9756"/>
            </a:avLst>
          </a:prstGeom>
          <a:solidFill xmlns:a="http://schemas.openxmlformats.org/drawingml/2006/main">
            <a:srgbClr val="E8F0FF"/>
          </a:solidFill>
          <a:ln xmlns:a="http://schemas.openxmlformats.org/drawingml/2006/main" w="9525">
            <a:solidFill>
              <a:srgbClr val="2864E8"/>
            </a:solidFill>
            <a:prstDash val="solid"/>
          </a:ln>
        </p:spPr>
      </p:sp>
      <p:sp>
        <p:nvSpPr>
          <p:cNvPr id="8" name="">
            <a:extLst xmlns:a="http://schemas.openxmlformats.org/drawingml/2006/main">
              <a:ext uri="{FF2B5EF4-FFF2-40B4-BE49-F238E27FC236}">
                <a16:creationId xmlns:a16="http://schemas.microsoft.com/office/drawing/2014/main" id="{8DBA6DF4-05F5-4349-BC53-9117BDD21481}"/>
              </a:ext>
            </a:extLst>
          </p:cNvPr>
          <p:cNvSpPr>
            <a:spLocks xmlns:a="http://schemas.openxmlformats.org/drawingml/2006/main" noGrp="1"/>
          </p:cNvSpPr>
          <p:nvPr/>
        </p:nvSpPr>
        <p:spPr>
          <a:xfrm xmlns:a="http://schemas.openxmlformats.org/drawingml/2006/main">
            <a:off x="857250" y="2076450"/>
            <a:ext cx="1857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5213C"/>
                </a:solidFill>
                <a:latin typeface="Arial"/>
                <a:ea typeface="Arial"/>
                <a:cs typeface="Arial"/>
              </a:defRPr>
            </a:defPPr>
            <a:lvl1pPr algn="ctr">
              <a:defRPr sz="1350" b="1">
                <a:solidFill>
                  <a:srgbClr val="15213C"/>
                </a:solidFill>
                <a:latin typeface="Arial"/>
                <a:ea typeface="Arial"/>
                <a:cs typeface="Arial"/>
              </a:defRPr>
            </a:lvl1pPr>
            <a:lvl2pPr algn="ctr">
              <a:defRPr sz="1350" b="1">
                <a:solidFill>
                  <a:srgbClr val="15213C"/>
                </a:solidFill>
                <a:latin typeface="Arial"/>
                <a:ea typeface="Arial"/>
                <a:cs typeface="Arial"/>
              </a:defRPr>
            </a:lvl2pPr>
            <a:lvl3pPr algn="ctr">
              <a:defRPr sz="1350" b="1">
                <a:solidFill>
                  <a:srgbClr val="15213C"/>
                </a:solidFill>
                <a:latin typeface="Arial"/>
                <a:ea typeface="Arial"/>
                <a:cs typeface="Arial"/>
              </a:defRPr>
            </a:lvl3pPr>
            <a:lvl4pPr algn="ctr">
              <a:defRPr sz="1350" b="1">
                <a:solidFill>
                  <a:srgbClr val="15213C"/>
                </a:solidFill>
                <a:latin typeface="Arial"/>
                <a:ea typeface="Arial"/>
                <a:cs typeface="Arial"/>
              </a:defRPr>
            </a:lvl4pPr>
            <a:lvl5pPr algn="ctr">
              <a:defRPr sz="1350" b="1">
                <a:solidFill>
                  <a:srgbClr val="15213C"/>
                </a:solidFill>
                <a:latin typeface="Arial"/>
                <a:ea typeface="Arial"/>
                <a:cs typeface="Arial"/>
              </a:defRPr>
            </a:lvl5pPr>
            <a:lvl6pPr algn="ctr">
              <a:defRPr sz="1350" b="1">
                <a:solidFill>
                  <a:srgbClr val="15213C"/>
                </a:solidFill>
                <a:latin typeface="Arial"/>
                <a:ea typeface="Arial"/>
                <a:cs typeface="Arial"/>
              </a:defRPr>
            </a:lvl6pPr>
            <a:lvl7pPr algn="ctr">
              <a:defRPr sz="1350" b="1">
                <a:solidFill>
                  <a:srgbClr val="15213C"/>
                </a:solidFill>
                <a:latin typeface="Arial"/>
                <a:ea typeface="Arial"/>
                <a:cs typeface="Arial"/>
              </a:defRPr>
            </a:lvl7pPr>
            <a:lvl8pPr algn="ctr">
              <a:defRPr sz="1350" b="1">
                <a:solidFill>
                  <a:srgbClr val="15213C"/>
                </a:solidFill>
                <a:latin typeface="Arial"/>
                <a:ea typeface="Arial"/>
                <a:cs typeface="Arial"/>
              </a:defRPr>
            </a:lvl8pPr>
            <a:lvl9pPr algn="ctr">
              <a:defRPr sz="1350" b="1">
                <a:solidFill>
                  <a:srgbClr val="15213C"/>
                </a:solidFill>
                <a:latin typeface="Arial"/>
                <a:ea typeface="Arial"/>
                <a:cs typeface="Arial"/>
              </a:defRPr>
            </a:lvl9pPr>
          </a:lstStyle>
          <a:p xmlns:a="http://schemas.openxmlformats.org/drawingml/2006/main">
            <a:pPr algn="ctr">
              <a:defRPr sz="1350" b="1">
                <a:solidFill>
                  <a:srgbClr val="15213C"/>
                </a:solidFill>
                <a:latin typeface="Arial"/>
                <a:ea typeface="Arial"/>
                <a:cs typeface="Arial"/>
              </a:defRPr>
            </a:pPr>
            <a:r>
              <a:rPr sz="1350" b="1">
                <a:solidFill>
                  <a:srgbClr val="15213C"/>
                </a:solidFill>
                <a:latin typeface="Arial"/>
                <a:ea typeface="Arial"/>
                <a:cs typeface="Arial"/>
              </a:rPr>
              <a:t>Cliente</a:t>
            </a:r>
          </a:p>
        </p:txBody>
      </p:sp>
      <p:sp>
        <p:nvSpPr>
          <p:cNvPr id="9" name="">
            <a:extLst xmlns:a="http://schemas.openxmlformats.org/drawingml/2006/main">
              <a:ext uri="{FF2B5EF4-FFF2-40B4-BE49-F238E27FC236}">
                <a16:creationId xmlns:a16="http://schemas.microsoft.com/office/drawing/2014/main" id="{032285E9-C665-4B42-A0BE-BF5F5ADE0672}"/>
              </a:ext>
            </a:extLst>
          </p:cNvPr>
          <p:cNvSpPr>
            <a:spLocks xmlns:a="http://schemas.openxmlformats.org/drawingml/2006/main" noGrp="1"/>
          </p:cNvSpPr>
          <p:nvPr/>
        </p:nvSpPr>
        <p:spPr>
          <a:xfrm xmlns:a="http://schemas.openxmlformats.org/drawingml/2006/main">
            <a:off x="3714750" y="1962150"/>
            <a:ext cx="25717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2864E8"/>
            </a:solidFill>
            <a:prstDash val="solid"/>
          </a:ln>
        </p:spPr>
      </p:sp>
      <p:sp>
        <p:nvSpPr>
          <p:cNvPr id="10" name="">
            <a:extLst xmlns:a="http://schemas.openxmlformats.org/drawingml/2006/main">
              <a:ext uri="{FF2B5EF4-FFF2-40B4-BE49-F238E27FC236}">
                <a16:creationId xmlns:a16="http://schemas.microsoft.com/office/drawing/2014/main" id="{9AE551CA-770B-44FF-9241-E84C3404B462}"/>
              </a:ext>
            </a:extLst>
          </p:cNvPr>
          <p:cNvSpPr>
            <a:spLocks xmlns:a="http://schemas.openxmlformats.org/drawingml/2006/main" noGrp="1"/>
          </p:cNvSpPr>
          <p:nvPr/>
        </p:nvSpPr>
        <p:spPr>
          <a:xfrm xmlns:a="http://schemas.openxmlformats.org/drawingml/2006/main">
            <a:off x="3810000" y="20764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5213C"/>
                </a:solidFill>
                <a:latin typeface="Arial"/>
                <a:ea typeface="Arial"/>
                <a:cs typeface="Arial"/>
              </a:defRPr>
            </a:defPPr>
            <a:lvl1pPr algn="ctr">
              <a:defRPr sz="1350" b="1">
                <a:solidFill>
                  <a:srgbClr val="15213C"/>
                </a:solidFill>
                <a:latin typeface="Arial"/>
                <a:ea typeface="Arial"/>
                <a:cs typeface="Arial"/>
              </a:defRPr>
            </a:lvl1pPr>
            <a:lvl2pPr algn="ctr">
              <a:defRPr sz="1350" b="1">
                <a:solidFill>
                  <a:srgbClr val="15213C"/>
                </a:solidFill>
                <a:latin typeface="Arial"/>
                <a:ea typeface="Arial"/>
                <a:cs typeface="Arial"/>
              </a:defRPr>
            </a:lvl2pPr>
            <a:lvl3pPr algn="ctr">
              <a:defRPr sz="1350" b="1">
                <a:solidFill>
                  <a:srgbClr val="15213C"/>
                </a:solidFill>
                <a:latin typeface="Arial"/>
                <a:ea typeface="Arial"/>
                <a:cs typeface="Arial"/>
              </a:defRPr>
            </a:lvl3pPr>
            <a:lvl4pPr algn="ctr">
              <a:defRPr sz="1350" b="1">
                <a:solidFill>
                  <a:srgbClr val="15213C"/>
                </a:solidFill>
                <a:latin typeface="Arial"/>
                <a:ea typeface="Arial"/>
                <a:cs typeface="Arial"/>
              </a:defRPr>
            </a:lvl4pPr>
            <a:lvl5pPr algn="ctr">
              <a:defRPr sz="1350" b="1">
                <a:solidFill>
                  <a:srgbClr val="15213C"/>
                </a:solidFill>
                <a:latin typeface="Arial"/>
                <a:ea typeface="Arial"/>
                <a:cs typeface="Arial"/>
              </a:defRPr>
            </a:lvl5pPr>
            <a:lvl6pPr algn="ctr">
              <a:defRPr sz="1350" b="1">
                <a:solidFill>
                  <a:srgbClr val="15213C"/>
                </a:solidFill>
                <a:latin typeface="Arial"/>
                <a:ea typeface="Arial"/>
                <a:cs typeface="Arial"/>
              </a:defRPr>
            </a:lvl6pPr>
            <a:lvl7pPr algn="ctr">
              <a:defRPr sz="1350" b="1">
                <a:solidFill>
                  <a:srgbClr val="15213C"/>
                </a:solidFill>
                <a:latin typeface="Arial"/>
                <a:ea typeface="Arial"/>
                <a:cs typeface="Arial"/>
              </a:defRPr>
            </a:lvl7pPr>
            <a:lvl8pPr algn="ctr">
              <a:defRPr sz="1350" b="1">
                <a:solidFill>
                  <a:srgbClr val="15213C"/>
                </a:solidFill>
                <a:latin typeface="Arial"/>
                <a:ea typeface="Arial"/>
                <a:cs typeface="Arial"/>
              </a:defRPr>
            </a:lvl8pPr>
            <a:lvl9pPr algn="ctr">
              <a:defRPr sz="1350" b="1">
                <a:solidFill>
                  <a:srgbClr val="15213C"/>
                </a:solidFill>
                <a:latin typeface="Arial"/>
                <a:ea typeface="Arial"/>
                <a:cs typeface="Arial"/>
              </a:defRPr>
            </a:lvl9pPr>
          </a:lstStyle>
          <a:p xmlns:a="http://schemas.openxmlformats.org/drawingml/2006/main">
            <a:pPr algn="ctr">
              <a:defRPr sz="1350" b="1">
                <a:solidFill>
                  <a:srgbClr val="15213C"/>
                </a:solidFill>
                <a:latin typeface="Arial"/>
                <a:ea typeface="Arial"/>
                <a:cs typeface="Arial"/>
              </a:defRPr>
            </a:pPr>
            <a:r>
              <a:rPr sz="1350" b="1">
                <a:solidFill>
                  <a:srgbClr val="15213C"/>
                </a:solidFill>
                <a:latin typeface="Arial"/>
                <a:ea typeface="Arial"/>
                <a:cs typeface="Arial"/>
              </a:rPr>
              <a:t>SolicitudServicio</a:t>
            </a:r>
          </a:p>
        </p:txBody>
      </p:sp>
      <p:sp>
        <p:nvSpPr>
          <p:cNvPr id="11" name="">
            <a:extLst xmlns:a="http://schemas.openxmlformats.org/drawingml/2006/main">
              <a:ext uri="{FF2B5EF4-FFF2-40B4-BE49-F238E27FC236}">
                <a16:creationId xmlns:a16="http://schemas.microsoft.com/office/drawing/2014/main" id="{3FBD0B3B-12B9-4720-BF43-442783CCF199}"/>
              </a:ext>
            </a:extLst>
          </p:cNvPr>
          <p:cNvSpPr>
            <a:spLocks xmlns:a="http://schemas.openxmlformats.org/drawingml/2006/main" noGrp="1"/>
          </p:cNvSpPr>
          <p:nvPr/>
        </p:nvSpPr>
        <p:spPr>
          <a:xfrm xmlns:a="http://schemas.openxmlformats.org/drawingml/2006/main">
            <a:off x="7477125" y="1962150"/>
            <a:ext cx="21907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2864E8"/>
            </a:solidFill>
            <a:prstDash val="solid"/>
          </a:ln>
        </p:spPr>
      </p:sp>
      <p:sp>
        <p:nvSpPr>
          <p:cNvPr id="12" name="">
            <a:extLst xmlns:a="http://schemas.openxmlformats.org/drawingml/2006/main">
              <a:ext uri="{FF2B5EF4-FFF2-40B4-BE49-F238E27FC236}">
                <a16:creationId xmlns:a16="http://schemas.microsoft.com/office/drawing/2014/main" id="{821356F1-7E48-4A9C-AE9C-64F96A9B22F6}"/>
              </a:ext>
            </a:extLst>
          </p:cNvPr>
          <p:cNvSpPr>
            <a:spLocks xmlns:a="http://schemas.openxmlformats.org/drawingml/2006/main" noGrp="1"/>
          </p:cNvSpPr>
          <p:nvPr/>
        </p:nvSpPr>
        <p:spPr>
          <a:xfrm xmlns:a="http://schemas.openxmlformats.org/drawingml/2006/main">
            <a:off x="7572375" y="207645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5213C"/>
                </a:solidFill>
                <a:latin typeface="Arial"/>
                <a:ea typeface="Arial"/>
                <a:cs typeface="Arial"/>
              </a:defRPr>
            </a:defPPr>
            <a:lvl1pPr algn="ctr">
              <a:defRPr sz="1350" b="1">
                <a:solidFill>
                  <a:srgbClr val="15213C"/>
                </a:solidFill>
                <a:latin typeface="Arial"/>
                <a:ea typeface="Arial"/>
                <a:cs typeface="Arial"/>
              </a:defRPr>
            </a:lvl1pPr>
            <a:lvl2pPr algn="ctr">
              <a:defRPr sz="1350" b="1">
                <a:solidFill>
                  <a:srgbClr val="15213C"/>
                </a:solidFill>
                <a:latin typeface="Arial"/>
                <a:ea typeface="Arial"/>
                <a:cs typeface="Arial"/>
              </a:defRPr>
            </a:lvl2pPr>
            <a:lvl3pPr algn="ctr">
              <a:defRPr sz="1350" b="1">
                <a:solidFill>
                  <a:srgbClr val="15213C"/>
                </a:solidFill>
                <a:latin typeface="Arial"/>
                <a:ea typeface="Arial"/>
                <a:cs typeface="Arial"/>
              </a:defRPr>
            </a:lvl3pPr>
            <a:lvl4pPr algn="ctr">
              <a:defRPr sz="1350" b="1">
                <a:solidFill>
                  <a:srgbClr val="15213C"/>
                </a:solidFill>
                <a:latin typeface="Arial"/>
                <a:ea typeface="Arial"/>
                <a:cs typeface="Arial"/>
              </a:defRPr>
            </a:lvl4pPr>
            <a:lvl5pPr algn="ctr">
              <a:defRPr sz="1350" b="1">
                <a:solidFill>
                  <a:srgbClr val="15213C"/>
                </a:solidFill>
                <a:latin typeface="Arial"/>
                <a:ea typeface="Arial"/>
                <a:cs typeface="Arial"/>
              </a:defRPr>
            </a:lvl5pPr>
            <a:lvl6pPr algn="ctr">
              <a:defRPr sz="1350" b="1">
                <a:solidFill>
                  <a:srgbClr val="15213C"/>
                </a:solidFill>
                <a:latin typeface="Arial"/>
                <a:ea typeface="Arial"/>
                <a:cs typeface="Arial"/>
              </a:defRPr>
            </a:lvl6pPr>
            <a:lvl7pPr algn="ctr">
              <a:defRPr sz="1350" b="1">
                <a:solidFill>
                  <a:srgbClr val="15213C"/>
                </a:solidFill>
                <a:latin typeface="Arial"/>
                <a:ea typeface="Arial"/>
                <a:cs typeface="Arial"/>
              </a:defRPr>
            </a:lvl7pPr>
            <a:lvl8pPr algn="ctr">
              <a:defRPr sz="1350" b="1">
                <a:solidFill>
                  <a:srgbClr val="15213C"/>
                </a:solidFill>
                <a:latin typeface="Arial"/>
                <a:ea typeface="Arial"/>
                <a:cs typeface="Arial"/>
              </a:defRPr>
            </a:lvl8pPr>
            <a:lvl9pPr algn="ctr">
              <a:defRPr sz="1350" b="1">
                <a:solidFill>
                  <a:srgbClr val="15213C"/>
                </a:solidFill>
                <a:latin typeface="Arial"/>
                <a:ea typeface="Arial"/>
                <a:cs typeface="Arial"/>
              </a:defRPr>
            </a:lvl9pPr>
          </a:lstStyle>
          <a:p xmlns:a="http://schemas.openxmlformats.org/drawingml/2006/main">
            <a:pPr algn="ctr">
              <a:defRPr sz="1350" b="1">
                <a:solidFill>
                  <a:srgbClr val="15213C"/>
                </a:solidFill>
                <a:latin typeface="Arial"/>
                <a:ea typeface="Arial"/>
                <a:cs typeface="Arial"/>
              </a:defRPr>
            </a:pPr>
            <a:r>
              <a:rPr sz="1350" b="1">
                <a:solidFill>
                  <a:srgbClr val="15213C"/>
                </a:solidFill>
                <a:latin typeface="Arial"/>
                <a:ea typeface="Arial"/>
                <a:cs typeface="Arial"/>
              </a:rPr>
              <a:t>VentaServicio</a:t>
            </a:r>
          </a:p>
        </p:txBody>
      </p:sp>
      <p:sp>
        <p:nvSpPr>
          <p:cNvPr id="13" name="">
            <a:extLst xmlns:a="http://schemas.openxmlformats.org/drawingml/2006/main">
              <a:ext uri="{FF2B5EF4-FFF2-40B4-BE49-F238E27FC236}">
                <a16:creationId xmlns:a16="http://schemas.microsoft.com/office/drawing/2014/main" id="{BC92E840-F1E7-4EB4-8ED9-DBE4CBADEF29}"/>
              </a:ext>
            </a:extLst>
          </p:cNvPr>
          <p:cNvSpPr>
            <a:spLocks xmlns:a="http://schemas.openxmlformats.org/drawingml/2006/main" noGrp="1"/>
          </p:cNvSpPr>
          <p:nvPr/>
        </p:nvSpPr>
        <p:spPr>
          <a:xfrm xmlns:a="http://schemas.openxmlformats.org/drawingml/2006/main">
            <a:off x="9906000" y="1962150"/>
            <a:ext cx="1809750" cy="781050"/>
          </a:xfrm>
          <a:prstGeom xmlns:a="http://schemas.openxmlformats.org/drawingml/2006/main" prst="roundRect">
            <a:avLst>
              <a:gd name="adj" fmla="val 9756"/>
            </a:avLst>
          </a:prstGeom>
          <a:solidFill xmlns:a="http://schemas.openxmlformats.org/drawingml/2006/main">
            <a:srgbClr val="FFF1E5"/>
          </a:solidFill>
          <a:ln xmlns:a="http://schemas.openxmlformats.org/drawingml/2006/main" w="9525">
            <a:solidFill>
              <a:srgbClr val="F58A22"/>
            </a:solidFill>
            <a:prstDash val="solid"/>
          </a:ln>
        </p:spPr>
      </p:sp>
      <p:sp>
        <p:nvSpPr>
          <p:cNvPr id="14" name="">
            <a:extLst xmlns:a="http://schemas.openxmlformats.org/drawingml/2006/main">
              <a:ext uri="{FF2B5EF4-FFF2-40B4-BE49-F238E27FC236}">
                <a16:creationId xmlns:a16="http://schemas.microsoft.com/office/drawing/2014/main" id="{E1CB43FF-E9E8-4E3D-9FE8-FBB1471FCAAE}"/>
              </a:ext>
            </a:extLst>
          </p:cNvPr>
          <p:cNvSpPr>
            <a:spLocks xmlns:a="http://schemas.openxmlformats.org/drawingml/2006/main" noGrp="1"/>
          </p:cNvSpPr>
          <p:nvPr/>
        </p:nvSpPr>
        <p:spPr>
          <a:xfrm xmlns:a="http://schemas.openxmlformats.org/drawingml/2006/main">
            <a:off x="10001250" y="20764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5213C"/>
                </a:solidFill>
                <a:latin typeface="Arial"/>
                <a:ea typeface="Arial"/>
                <a:cs typeface="Arial"/>
              </a:defRPr>
            </a:defPPr>
            <a:lvl1pPr algn="ctr">
              <a:defRPr sz="1350" b="1">
                <a:solidFill>
                  <a:srgbClr val="15213C"/>
                </a:solidFill>
                <a:latin typeface="Arial"/>
                <a:ea typeface="Arial"/>
                <a:cs typeface="Arial"/>
              </a:defRPr>
            </a:lvl1pPr>
            <a:lvl2pPr algn="ctr">
              <a:defRPr sz="1350" b="1">
                <a:solidFill>
                  <a:srgbClr val="15213C"/>
                </a:solidFill>
                <a:latin typeface="Arial"/>
                <a:ea typeface="Arial"/>
                <a:cs typeface="Arial"/>
              </a:defRPr>
            </a:lvl2pPr>
            <a:lvl3pPr algn="ctr">
              <a:defRPr sz="1350" b="1">
                <a:solidFill>
                  <a:srgbClr val="15213C"/>
                </a:solidFill>
                <a:latin typeface="Arial"/>
                <a:ea typeface="Arial"/>
                <a:cs typeface="Arial"/>
              </a:defRPr>
            </a:lvl3pPr>
            <a:lvl4pPr algn="ctr">
              <a:defRPr sz="1350" b="1">
                <a:solidFill>
                  <a:srgbClr val="15213C"/>
                </a:solidFill>
                <a:latin typeface="Arial"/>
                <a:ea typeface="Arial"/>
                <a:cs typeface="Arial"/>
              </a:defRPr>
            </a:lvl4pPr>
            <a:lvl5pPr algn="ctr">
              <a:defRPr sz="1350" b="1">
                <a:solidFill>
                  <a:srgbClr val="15213C"/>
                </a:solidFill>
                <a:latin typeface="Arial"/>
                <a:ea typeface="Arial"/>
                <a:cs typeface="Arial"/>
              </a:defRPr>
            </a:lvl5pPr>
            <a:lvl6pPr algn="ctr">
              <a:defRPr sz="1350" b="1">
                <a:solidFill>
                  <a:srgbClr val="15213C"/>
                </a:solidFill>
                <a:latin typeface="Arial"/>
                <a:ea typeface="Arial"/>
                <a:cs typeface="Arial"/>
              </a:defRPr>
            </a:lvl6pPr>
            <a:lvl7pPr algn="ctr">
              <a:defRPr sz="1350" b="1">
                <a:solidFill>
                  <a:srgbClr val="15213C"/>
                </a:solidFill>
                <a:latin typeface="Arial"/>
                <a:ea typeface="Arial"/>
                <a:cs typeface="Arial"/>
              </a:defRPr>
            </a:lvl7pPr>
            <a:lvl8pPr algn="ctr">
              <a:defRPr sz="1350" b="1">
                <a:solidFill>
                  <a:srgbClr val="15213C"/>
                </a:solidFill>
                <a:latin typeface="Arial"/>
                <a:ea typeface="Arial"/>
                <a:cs typeface="Arial"/>
              </a:defRPr>
            </a:lvl8pPr>
            <a:lvl9pPr algn="ctr">
              <a:defRPr sz="1350" b="1">
                <a:solidFill>
                  <a:srgbClr val="15213C"/>
                </a:solidFill>
                <a:latin typeface="Arial"/>
                <a:ea typeface="Arial"/>
                <a:cs typeface="Arial"/>
              </a:defRPr>
            </a:lvl9pPr>
          </a:lstStyle>
          <a:p xmlns:a="http://schemas.openxmlformats.org/drawingml/2006/main">
            <a:pPr algn="ctr">
              <a:defRPr sz="1350" b="1">
                <a:solidFill>
                  <a:srgbClr val="15213C"/>
                </a:solidFill>
                <a:latin typeface="Arial"/>
                <a:ea typeface="Arial"/>
                <a:cs typeface="Arial"/>
              </a:defRPr>
            </a:pPr>
            <a:r>
              <a:rPr sz="1350" b="1">
                <a:solidFill>
                  <a:srgbClr val="15213C"/>
                </a:solidFill>
                <a:latin typeface="Arial"/>
                <a:ea typeface="Arial"/>
                <a:cs typeface="Arial"/>
              </a:rPr>
              <a:t>DocumentoVenta</a:t>
            </a:r>
          </a:p>
        </p:txBody>
      </p:sp>
      <p:sp>
        <p:nvSpPr>
          <p:cNvPr id="15" name="">
            <a:extLst xmlns:a="http://schemas.openxmlformats.org/drawingml/2006/main">
              <a:ext uri="{FF2B5EF4-FFF2-40B4-BE49-F238E27FC236}">
                <a16:creationId xmlns:a16="http://schemas.microsoft.com/office/drawing/2014/main" id="{CB8B7120-6E66-40CA-B4B5-A53102905D95}"/>
              </a:ext>
            </a:extLst>
          </p:cNvPr>
          <p:cNvSpPr>
            <a:spLocks xmlns:a="http://schemas.openxmlformats.org/drawingml/2006/main" noGrp="1"/>
          </p:cNvSpPr>
          <p:nvPr/>
        </p:nvSpPr>
        <p:spPr>
          <a:xfrm xmlns:a="http://schemas.openxmlformats.org/drawingml/2006/main">
            <a:off x="3714750" y="4000500"/>
            <a:ext cx="20955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52B1F3"/>
            </a:solidFill>
            <a:prstDash val="solid"/>
          </a:ln>
        </p:spPr>
      </p:sp>
      <p:sp>
        <p:nvSpPr>
          <p:cNvPr id="16" name="">
            <a:extLst xmlns:a="http://schemas.openxmlformats.org/drawingml/2006/main">
              <a:ext uri="{FF2B5EF4-FFF2-40B4-BE49-F238E27FC236}">
                <a16:creationId xmlns:a16="http://schemas.microsoft.com/office/drawing/2014/main" id="{B967B375-5D09-4733-B175-8D1E33318151}"/>
              </a:ext>
            </a:extLst>
          </p:cNvPr>
          <p:cNvSpPr>
            <a:spLocks xmlns:a="http://schemas.openxmlformats.org/drawingml/2006/main" noGrp="1"/>
          </p:cNvSpPr>
          <p:nvPr/>
        </p:nvSpPr>
        <p:spPr>
          <a:xfrm xmlns:a="http://schemas.openxmlformats.org/drawingml/2006/main">
            <a:off x="3810000" y="411480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5213C"/>
                </a:solidFill>
                <a:latin typeface="Arial"/>
                <a:ea typeface="Arial"/>
                <a:cs typeface="Arial"/>
              </a:defRPr>
            </a:defPPr>
            <a:lvl1pPr algn="ctr">
              <a:defRPr sz="1350" b="1">
                <a:solidFill>
                  <a:srgbClr val="15213C"/>
                </a:solidFill>
                <a:latin typeface="Arial"/>
                <a:ea typeface="Arial"/>
                <a:cs typeface="Arial"/>
              </a:defRPr>
            </a:lvl1pPr>
            <a:lvl2pPr algn="ctr">
              <a:defRPr sz="1350" b="1">
                <a:solidFill>
                  <a:srgbClr val="15213C"/>
                </a:solidFill>
                <a:latin typeface="Arial"/>
                <a:ea typeface="Arial"/>
                <a:cs typeface="Arial"/>
              </a:defRPr>
            </a:lvl2pPr>
            <a:lvl3pPr algn="ctr">
              <a:defRPr sz="1350" b="1">
                <a:solidFill>
                  <a:srgbClr val="15213C"/>
                </a:solidFill>
                <a:latin typeface="Arial"/>
                <a:ea typeface="Arial"/>
                <a:cs typeface="Arial"/>
              </a:defRPr>
            </a:lvl3pPr>
            <a:lvl4pPr algn="ctr">
              <a:defRPr sz="1350" b="1">
                <a:solidFill>
                  <a:srgbClr val="15213C"/>
                </a:solidFill>
                <a:latin typeface="Arial"/>
                <a:ea typeface="Arial"/>
                <a:cs typeface="Arial"/>
              </a:defRPr>
            </a:lvl4pPr>
            <a:lvl5pPr algn="ctr">
              <a:defRPr sz="1350" b="1">
                <a:solidFill>
                  <a:srgbClr val="15213C"/>
                </a:solidFill>
                <a:latin typeface="Arial"/>
                <a:ea typeface="Arial"/>
                <a:cs typeface="Arial"/>
              </a:defRPr>
            </a:lvl5pPr>
            <a:lvl6pPr algn="ctr">
              <a:defRPr sz="1350" b="1">
                <a:solidFill>
                  <a:srgbClr val="15213C"/>
                </a:solidFill>
                <a:latin typeface="Arial"/>
                <a:ea typeface="Arial"/>
                <a:cs typeface="Arial"/>
              </a:defRPr>
            </a:lvl6pPr>
            <a:lvl7pPr algn="ctr">
              <a:defRPr sz="1350" b="1">
                <a:solidFill>
                  <a:srgbClr val="15213C"/>
                </a:solidFill>
                <a:latin typeface="Arial"/>
                <a:ea typeface="Arial"/>
                <a:cs typeface="Arial"/>
              </a:defRPr>
            </a:lvl7pPr>
            <a:lvl8pPr algn="ctr">
              <a:defRPr sz="1350" b="1">
                <a:solidFill>
                  <a:srgbClr val="15213C"/>
                </a:solidFill>
                <a:latin typeface="Arial"/>
                <a:ea typeface="Arial"/>
                <a:cs typeface="Arial"/>
              </a:defRPr>
            </a:lvl8pPr>
            <a:lvl9pPr algn="ctr">
              <a:defRPr sz="1350" b="1">
                <a:solidFill>
                  <a:srgbClr val="15213C"/>
                </a:solidFill>
                <a:latin typeface="Arial"/>
                <a:ea typeface="Arial"/>
                <a:cs typeface="Arial"/>
              </a:defRPr>
            </a:lvl9pPr>
          </a:lstStyle>
          <a:p xmlns:a="http://schemas.openxmlformats.org/drawingml/2006/main">
            <a:pPr algn="ctr">
              <a:defRPr sz="1350" b="1">
                <a:solidFill>
                  <a:srgbClr val="15213C"/>
                </a:solidFill>
                <a:latin typeface="Arial"/>
                <a:ea typeface="Arial"/>
                <a:cs typeface="Arial"/>
              </a:defRPr>
            </a:pPr>
            <a:r>
              <a:rPr sz="1350" b="1">
                <a:solidFill>
                  <a:srgbClr val="15213C"/>
                </a:solidFill>
                <a:latin typeface="Arial"/>
                <a:ea typeface="Arial"/>
                <a:cs typeface="Arial"/>
              </a:rPr>
              <a:t>Vehiculo</a:t>
            </a:r>
          </a:p>
        </p:txBody>
      </p:sp>
      <p:sp>
        <p:nvSpPr>
          <p:cNvPr id="17" name="">
            <a:extLst xmlns:a="http://schemas.openxmlformats.org/drawingml/2006/main">
              <a:ext uri="{FF2B5EF4-FFF2-40B4-BE49-F238E27FC236}">
                <a16:creationId xmlns:a16="http://schemas.microsoft.com/office/drawing/2014/main" id="{79EB413F-8815-4573-8EEE-A81EB512F2FC}"/>
              </a:ext>
            </a:extLst>
          </p:cNvPr>
          <p:cNvSpPr>
            <a:spLocks xmlns:a="http://schemas.openxmlformats.org/drawingml/2006/main" noGrp="1"/>
          </p:cNvSpPr>
          <p:nvPr/>
        </p:nvSpPr>
        <p:spPr>
          <a:xfrm xmlns:a="http://schemas.openxmlformats.org/drawingml/2006/main">
            <a:off x="762000" y="4000500"/>
            <a:ext cx="204787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52B1F3"/>
            </a:solidFill>
            <a:prstDash val="solid"/>
          </a:ln>
        </p:spPr>
      </p:sp>
      <p:sp>
        <p:nvSpPr>
          <p:cNvPr id="18" name="">
            <a:extLst xmlns:a="http://schemas.openxmlformats.org/drawingml/2006/main">
              <a:ext uri="{FF2B5EF4-FFF2-40B4-BE49-F238E27FC236}">
                <a16:creationId xmlns:a16="http://schemas.microsoft.com/office/drawing/2014/main" id="{E996692E-980D-42E6-8A8B-B74CC78DA890}"/>
              </a:ext>
            </a:extLst>
          </p:cNvPr>
          <p:cNvSpPr>
            <a:spLocks xmlns:a="http://schemas.openxmlformats.org/drawingml/2006/main" noGrp="1"/>
          </p:cNvSpPr>
          <p:nvPr/>
        </p:nvSpPr>
        <p:spPr>
          <a:xfrm xmlns:a="http://schemas.openxmlformats.org/drawingml/2006/main">
            <a:off x="857250" y="4114800"/>
            <a:ext cx="1857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5213C"/>
                </a:solidFill>
                <a:latin typeface="Arial"/>
                <a:ea typeface="Arial"/>
                <a:cs typeface="Arial"/>
              </a:defRPr>
            </a:defPPr>
            <a:lvl1pPr algn="ctr">
              <a:defRPr sz="1350" b="1">
                <a:solidFill>
                  <a:srgbClr val="15213C"/>
                </a:solidFill>
                <a:latin typeface="Arial"/>
                <a:ea typeface="Arial"/>
                <a:cs typeface="Arial"/>
              </a:defRPr>
            </a:lvl1pPr>
            <a:lvl2pPr algn="ctr">
              <a:defRPr sz="1350" b="1">
                <a:solidFill>
                  <a:srgbClr val="15213C"/>
                </a:solidFill>
                <a:latin typeface="Arial"/>
                <a:ea typeface="Arial"/>
                <a:cs typeface="Arial"/>
              </a:defRPr>
            </a:lvl2pPr>
            <a:lvl3pPr algn="ctr">
              <a:defRPr sz="1350" b="1">
                <a:solidFill>
                  <a:srgbClr val="15213C"/>
                </a:solidFill>
                <a:latin typeface="Arial"/>
                <a:ea typeface="Arial"/>
                <a:cs typeface="Arial"/>
              </a:defRPr>
            </a:lvl3pPr>
            <a:lvl4pPr algn="ctr">
              <a:defRPr sz="1350" b="1">
                <a:solidFill>
                  <a:srgbClr val="15213C"/>
                </a:solidFill>
                <a:latin typeface="Arial"/>
                <a:ea typeface="Arial"/>
                <a:cs typeface="Arial"/>
              </a:defRPr>
            </a:lvl4pPr>
            <a:lvl5pPr algn="ctr">
              <a:defRPr sz="1350" b="1">
                <a:solidFill>
                  <a:srgbClr val="15213C"/>
                </a:solidFill>
                <a:latin typeface="Arial"/>
                <a:ea typeface="Arial"/>
                <a:cs typeface="Arial"/>
              </a:defRPr>
            </a:lvl5pPr>
            <a:lvl6pPr algn="ctr">
              <a:defRPr sz="1350" b="1">
                <a:solidFill>
                  <a:srgbClr val="15213C"/>
                </a:solidFill>
                <a:latin typeface="Arial"/>
                <a:ea typeface="Arial"/>
                <a:cs typeface="Arial"/>
              </a:defRPr>
            </a:lvl6pPr>
            <a:lvl7pPr algn="ctr">
              <a:defRPr sz="1350" b="1">
                <a:solidFill>
                  <a:srgbClr val="15213C"/>
                </a:solidFill>
                <a:latin typeface="Arial"/>
                <a:ea typeface="Arial"/>
                <a:cs typeface="Arial"/>
              </a:defRPr>
            </a:lvl7pPr>
            <a:lvl8pPr algn="ctr">
              <a:defRPr sz="1350" b="1">
                <a:solidFill>
                  <a:srgbClr val="15213C"/>
                </a:solidFill>
                <a:latin typeface="Arial"/>
                <a:ea typeface="Arial"/>
                <a:cs typeface="Arial"/>
              </a:defRPr>
            </a:lvl8pPr>
            <a:lvl9pPr algn="ctr">
              <a:defRPr sz="1350" b="1">
                <a:solidFill>
                  <a:srgbClr val="15213C"/>
                </a:solidFill>
                <a:latin typeface="Arial"/>
                <a:ea typeface="Arial"/>
                <a:cs typeface="Arial"/>
              </a:defRPr>
            </a:lvl9pPr>
          </a:lstStyle>
          <a:p xmlns:a="http://schemas.openxmlformats.org/drawingml/2006/main">
            <a:pPr algn="ctr">
              <a:defRPr sz="1350" b="1">
                <a:solidFill>
                  <a:srgbClr val="15213C"/>
                </a:solidFill>
                <a:latin typeface="Arial"/>
                <a:ea typeface="Arial"/>
                <a:cs typeface="Arial"/>
              </a:defRPr>
            </a:pPr>
            <a:r>
              <a:rPr sz="1350" b="1">
                <a:solidFill>
                  <a:srgbClr val="15213C"/>
                </a:solidFill>
                <a:latin typeface="Arial"/>
                <a:ea typeface="Arial"/>
                <a:cs typeface="Arial"/>
              </a:rPr>
              <a:t>Usuarios</a:t>
            </a:r>
          </a:p>
        </p:txBody>
      </p:sp>
      <p:sp>
        <p:nvSpPr>
          <p:cNvPr id="19" name="">
            <a:extLst xmlns:a="http://schemas.openxmlformats.org/drawingml/2006/main">
              <a:ext uri="{FF2B5EF4-FFF2-40B4-BE49-F238E27FC236}">
                <a16:creationId xmlns:a16="http://schemas.microsoft.com/office/drawing/2014/main" id="{898995F7-9CD8-460D-9CDA-76F82BEF0A42}"/>
              </a:ext>
            </a:extLst>
          </p:cNvPr>
          <p:cNvSpPr>
            <a:spLocks xmlns:a="http://schemas.openxmlformats.org/drawingml/2006/main" noGrp="1"/>
          </p:cNvSpPr>
          <p:nvPr/>
        </p:nvSpPr>
        <p:spPr>
          <a:xfrm xmlns:a="http://schemas.openxmlformats.org/drawingml/2006/main">
            <a:off x="6477000" y="4000500"/>
            <a:ext cx="2667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52B1F3"/>
            </a:solidFill>
            <a:prstDash val="solid"/>
          </a:ln>
        </p:spPr>
      </p:sp>
      <p:sp>
        <p:nvSpPr>
          <p:cNvPr id="20" name="">
            <a:extLst xmlns:a="http://schemas.openxmlformats.org/drawingml/2006/main">
              <a:ext uri="{FF2B5EF4-FFF2-40B4-BE49-F238E27FC236}">
                <a16:creationId xmlns:a16="http://schemas.microsoft.com/office/drawing/2014/main" id="{4ADC1349-4015-40C1-BB3E-970CEDF7DF93}"/>
              </a:ext>
            </a:extLst>
          </p:cNvPr>
          <p:cNvSpPr>
            <a:spLocks xmlns:a="http://schemas.openxmlformats.org/drawingml/2006/main" noGrp="1"/>
          </p:cNvSpPr>
          <p:nvPr/>
        </p:nvSpPr>
        <p:spPr>
          <a:xfrm xmlns:a="http://schemas.openxmlformats.org/drawingml/2006/main">
            <a:off x="6572250" y="41148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5213C"/>
                </a:solidFill>
                <a:latin typeface="Arial"/>
                <a:ea typeface="Arial"/>
                <a:cs typeface="Arial"/>
              </a:defRPr>
            </a:defPPr>
            <a:lvl1pPr algn="ctr">
              <a:defRPr sz="1350" b="1">
                <a:solidFill>
                  <a:srgbClr val="15213C"/>
                </a:solidFill>
                <a:latin typeface="Arial"/>
                <a:ea typeface="Arial"/>
                <a:cs typeface="Arial"/>
              </a:defRPr>
            </a:lvl1pPr>
            <a:lvl2pPr algn="ctr">
              <a:defRPr sz="1350" b="1">
                <a:solidFill>
                  <a:srgbClr val="15213C"/>
                </a:solidFill>
                <a:latin typeface="Arial"/>
                <a:ea typeface="Arial"/>
                <a:cs typeface="Arial"/>
              </a:defRPr>
            </a:lvl2pPr>
            <a:lvl3pPr algn="ctr">
              <a:defRPr sz="1350" b="1">
                <a:solidFill>
                  <a:srgbClr val="15213C"/>
                </a:solidFill>
                <a:latin typeface="Arial"/>
                <a:ea typeface="Arial"/>
                <a:cs typeface="Arial"/>
              </a:defRPr>
            </a:lvl3pPr>
            <a:lvl4pPr algn="ctr">
              <a:defRPr sz="1350" b="1">
                <a:solidFill>
                  <a:srgbClr val="15213C"/>
                </a:solidFill>
                <a:latin typeface="Arial"/>
                <a:ea typeface="Arial"/>
                <a:cs typeface="Arial"/>
              </a:defRPr>
            </a:lvl4pPr>
            <a:lvl5pPr algn="ctr">
              <a:defRPr sz="1350" b="1">
                <a:solidFill>
                  <a:srgbClr val="15213C"/>
                </a:solidFill>
                <a:latin typeface="Arial"/>
                <a:ea typeface="Arial"/>
                <a:cs typeface="Arial"/>
              </a:defRPr>
            </a:lvl5pPr>
            <a:lvl6pPr algn="ctr">
              <a:defRPr sz="1350" b="1">
                <a:solidFill>
                  <a:srgbClr val="15213C"/>
                </a:solidFill>
                <a:latin typeface="Arial"/>
                <a:ea typeface="Arial"/>
                <a:cs typeface="Arial"/>
              </a:defRPr>
            </a:lvl6pPr>
            <a:lvl7pPr algn="ctr">
              <a:defRPr sz="1350" b="1">
                <a:solidFill>
                  <a:srgbClr val="15213C"/>
                </a:solidFill>
                <a:latin typeface="Arial"/>
                <a:ea typeface="Arial"/>
                <a:cs typeface="Arial"/>
              </a:defRPr>
            </a:lvl7pPr>
            <a:lvl8pPr algn="ctr">
              <a:defRPr sz="1350" b="1">
                <a:solidFill>
                  <a:srgbClr val="15213C"/>
                </a:solidFill>
                <a:latin typeface="Arial"/>
                <a:ea typeface="Arial"/>
                <a:cs typeface="Arial"/>
              </a:defRPr>
            </a:lvl8pPr>
            <a:lvl9pPr algn="ctr">
              <a:defRPr sz="1350" b="1">
                <a:solidFill>
                  <a:srgbClr val="15213C"/>
                </a:solidFill>
                <a:latin typeface="Arial"/>
                <a:ea typeface="Arial"/>
                <a:cs typeface="Arial"/>
              </a:defRPr>
            </a:lvl9pPr>
          </a:lstStyle>
          <a:p xmlns:a="http://schemas.openxmlformats.org/drawingml/2006/main">
            <a:pPr algn="ctr">
              <a:defRPr sz="1350" b="1">
                <a:solidFill>
                  <a:srgbClr val="15213C"/>
                </a:solidFill>
                <a:latin typeface="Arial"/>
                <a:ea typeface="Arial"/>
                <a:cs typeface="Arial"/>
              </a:defRPr>
            </a:pPr>
            <a:r>
              <a:rPr sz="1350" b="1">
                <a:solidFill>
                  <a:srgbClr val="15213C"/>
                </a:solidFill>
                <a:latin typeface="Arial"/>
                <a:ea typeface="Arial"/>
                <a:cs typeface="Arial"/>
              </a:rPr>
              <a:t>DetalleSolicitudServicio</a:t>
            </a:r>
          </a:p>
        </p:txBody>
      </p:sp>
      <p:sp>
        <p:nvSpPr>
          <p:cNvPr id="21" name="">
            <a:extLst xmlns:a="http://schemas.openxmlformats.org/drawingml/2006/main">
              <a:ext uri="{FF2B5EF4-FFF2-40B4-BE49-F238E27FC236}">
                <a16:creationId xmlns:a16="http://schemas.microsoft.com/office/drawing/2014/main" id="{B890052A-622A-49EB-85B6-3C559D14B578}"/>
              </a:ext>
            </a:extLst>
          </p:cNvPr>
          <p:cNvSpPr>
            <a:spLocks xmlns:a="http://schemas.openxmlformats.org/drawingml/2006/main" noGrp="1"/>
          </p:cNvSpPr>
          <p:nvPr/>
        </p:nvSpPr>
        <p:spPr>
          <a:xfrm xmlns:a="http://schemas.openxmlformats.org/drawingml/2006/main">
            <a:off x="9334500" y="4000500"/>
            <a:ext cx="238125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52B1F3"/>
            </a:solidFill>
            <a:prstDash val="solid"/>
          </a:ln>
        </p:spPr>
      </p:sp>
      <p:sp>
        <p:nvSpPr>
          <p:cNvPr id="22" name="">
            <a:extLst xmlns:a="http://schemas.openxmlformats.org/drawingml/2006/main">
              <a:ext uri="{FF2B5EF4-FFF2-40B4-BE49-F238E27FC236}">
                <a16:creationId xmlns:a16="http://schemas.microsoft.com/office/drawing/2014/main" id="{74103B89-F0F3-411F-BCCA-F115E0016474}"/>
              </a:ext>
            </a:extLst>
          </p:cNvPr>
          <p:cNvSpPr>
            <a:spLocks xmlns:a="http://schemas.openxmlformats.org/drawingml/2006/main" noGrp="1"/>
          </p:cNvSpPr>
          <p:nvPr/>
        </p:nvSpPr>
        <p:spPr>
          <a:xfrm xmlns:a="http://schemas.openxmlformats.org/drawingml/2006/main">
            <a:off x="9429750" y="411480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5213C"/>
                </a:solidFill>
                <a:latin typeface="Arial"/>
                <a:ea typeface="Arial"/>
                <a:cs typeface="Arial"/>
              </a:defRPr>
            </a:defPPr>
            <a:lvl1pPr algn="ctr">
              <a:defRPr sz="1350" b="1">
                <a:solidFill>
                  <a:srgbClr val="15213C"/>
                </a:solidFill>
                <a:latin typeface="Arial"/>
                <a:ea typeface="Arial"/>
                <a:cs typeface="Arial"/>
              </a:defRPr>
            </a:lvl1pPr>
            <a:lvl2pPr algn="ctr">
              <a:defRPr sz="1350" b="1">
                <a:solidFill>
                  <a:srgbClr val="15213C"/>
                </a:solidFill>
                <a:latin typeface="Arial"/>
                <a:ea typeface="Arial"/>
                <a:cs typeface="Arial"/>
              </a:defRPr>
            </a:lvl2pPr>
            <a:lvl3pPr algn="ctr">
              <a:defRPr sz="1350" b="1">
                <a:solidFill>
                  <a:srgbClr val="15213C"/>
                </a:solidFill>
                <a:latin typeface="Arial"/>
                <a:ea typeface="Arial"/>
                <a:cs typeface="Arial"/>
              </a:defRPr>
            </a:lvl3pPr>
            <a:lvl4pPr algn="ctr">
              <a:defRPr sz="1350" b="1">
                <a:solidFill>
                  <a:srgbClr val="15213C"/>
                </a:solidFill>
                <a:latin typeface="Arial"/>
                <a:ea typeface="Arial"/>
                <a:cs typeface="Arial"/>
              </a:defRPr>
            </a:lvl4pPr>
            <a:lvl5pPr algn="ctr">
              <a:defRPr sz="1350" b="1">
                <a:solidFill>
                  <a:srgbClr val="15213C"/>
                </a:solidFill>
                <a:latin typeface="Arial"/>
                <a:ea typeface="Arial"/>
                <a:cs typeface="Arial"/>
              </a:defRPr>
            </a:lvl5pPr>
            <a:lvl6pPr algn="ctr">
              <a:defRPr sz="1350" b="1">
                <a:solidFill>
                  <a:srgbClr val="15213C"/>
                </a:solidFill>
                <a:latin typeface="Arial"/>
                <a:ea typeface="Arial"/>
                <a:cs typeface="Arial"/>
              </a:defRPr>
            </a:lvl6pPr>
            <a:lvl7pPr algn="ctr">
              <a:defRPr sz="1350" b="1">
                <a:solidFill>
                  <a:srgbClr val="15213C"/>
                </a:solidFill>
                <a:latin typeface="Arial"/>
                <a:ea typeface="Arial"/>
                <a:cs typeface="Arial"/>
              </a:defRPr>
            </a:lvl7pPr>
            <a:lvl8pPr algn="ctr">
              <a:defRPr sz="1350" b="1">
                <a:solidFill>
                  <a:srgbClr val="15213C"/>
                </a:solidFill>
                <a:latin typeface="Arial"/>
                <a:ea typeface="Arial"/>
                <a:cs typeface="Arial"/>
              </a:defRPr>
            </a:lvl8pPr>
            <a:lvl9pPr algn="ctr">
              <a:defRPr sz="1350" b="1">
                <a:solidFill>
                  <a:srgbClr val="15213C"/>
                </a:solidFill>
                <a:latin typeface="Arial"/>
                <a:ea typeface="Arial"/>
                <a:cs typeface="Arial"/>
              </a:defRPr>
            </a:lvl9pPr>
          </a:lstStyle>
          <a:p xmlns:a="http://schemas.openxmlformats.org/drawingml/2006/main">
            <a:pPr algn="ctr">
              <a:defRPr sz="1350" b="1">
                <a:solidFill>
                  <a:srgbClr val="15213C"/>
                </a:solidFill>
                <a:latin typeface="Arial"/>
                <a:ea typeface="Arial"/>
                <a:cs typeface="Arial"/>
              </a:defRPr>
            </a:pPr>
            <a:r>
              <a:rPr sz="1350" b="1">
                <a:solidFill>
                  <a:srgbClr val="15213C"/>
                </a:solidFill>
                <a:latin typeface="Arial"/>
                <a:ea typeface="Arial"/>
                <a:cs typeface="Arial"/>
              </a:rPr>
              <a:t>DetalleVentaServicio</a:t>
            </a:r>
          </a:p>
        </p:txBody>
      </p:sp>
      <p:sp>
        <p:nvSpPr>
          <p:cNvPr id="23" name="">
            <a:extLst xmlns:a="http://schemas.openxmlformats.org/drawingml/2006/main">
              <a:ext uri="{FF2B5EF4-FFF2-40B4-BE49-F238E27FC236}">
                <a16:creationId xmlns:a16="http://schemas.microsoft.com/office/drawing/2014/main" id="{A4CD62F7-30A8-48C9-A47D-4D8C3589176B}"/>
              </a:ext>
            </a:extLst>
          </p:cNvPr>
          <p:cNvSpPr>
            <a:spLocks xmlns:a="http://schemas.openxmlformats.org/drawingml/2006/main" noGrp="1"/>
          </p:cNvSpPr>
          <p:nvPr/>
        </p:nvSpPr>
        <p:spPr>
          <a:xfrm xmlns:a="http://schemas.openxmlformats.org/drawingml/2006/main">
            <a:off x="2857500" y="2114550"/>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62708A"/>
                </a:solidFill>
                <a:latin typeface="Arial"/>
                <a:ea typeface="Arial"/>
                <a:cs typeface="Arial"/>
              </a:defRPr>
            </a:defPPr>
            <a:lvl1pPr algn="ctr">
              <a:defRPr sz="975" b="1">
                <a:solidFill>
                  <a:srgbClr val="62708A"/>
                </a:solidFill>
                <a:latin typeface="Arial"/>
                <a:ea typeface="Arial"/>
                <a:cs typeface="Arial"/>
              </a:defRPr>
            </a:lvl1pPr>
            <a:lvl2pPr algn="ctr">
              <a:defRPr sz="975" b="1">
                <a:solidFill>
                  <a:srgbClr val="62708A"/>
                </a:solidFill>
                <a:latin typeface="Arial"/>
                <a:ea typeface="Arial"/>
                <a:cs typeface="Arial"/>
              </a:defRPr>
            </a:lvl2pPr>
            <a:lvl3pPr algn="ctr">
              <a:defRPr sz="975" b="1">
                <a:solidFill>
                  <a:srgbClr val="62708A"/>
                </a:solidFill>
                <a:latin typeface="Arial"/>
                <a:ea typeface="Arial"/>
                <a:cs typeface="Arial"/>
              </a:defRPr>
            </a:lvl3pPr>
            <a:lvl4pPr algn="ctr">
              <a:defRPr sz="975" b="1">
                <a:solidFill>
                  <a:srgbClr val="62708A"/>
                </a:solidFill>
                <a:latin typeface="Arial"/>
                <a:ea typeface="Arial"/>
                <a:cs typeface="Arial"/>
              </a:defRPr>
            </a:lvl4pPr>
            <a:lvl5pPr algn="ctr">
              <a:defRPr sz="975" b="1">
                <a:solidFill>
                  <a:srgbClr val="62708A"/>
                </a:solidFill>
                <a:latin typeface="Arial"/>
                <a:ea typeface="Arial"/>
                <a:cs typeface="Arial"/>
              </a:defRPr>
            </a:lvl5pPr>
            <a:lvl6pPr algn="ctr">
              <a:defRPr sz="975" b="1">
                <a:solidFill>
                  <a:srgbClr val="62708A"/>
                </a:solidFill>
                <a:latin typeface="Arial"/>
                <a:ea typeface="Arial"/>
                <a:cs typeface="Arial"/>
              </a:defRPr>
            </a:lvl6pPr>
            <a:lvl7pPr algn="ctr">
              <a:defRPr sz="975" b="1">
                <a:solidFill>
                  <a:srgbClr val="62708A"/>
                </a:solidFill>
                <a:latin typeface="Arial"/>
                <a:ea typeface="Arial"/>
                <a:cs typeface="Arial"/>
              </a:defRPr>
            </a:lvl7pPr>
            <a:lvl8pPr algn="ctr">
              <a:defRPr sz="975" b="1">
                <a:solidFill>
                  <a:srgbClr val="62708A"/>
                </a:solidFill>
                <a:latin typeface="Arial"/>
                <a:ea typeface="Arial"/>
                <a:cs typeface="Arial"/>
              </a:defRPr>
            </a:lvl8pPr>
            <a:lvl9pPr algn="ctr">
              <a:defRPr sz="975" b="1">
                <a:solidFill>
                  <a:srgbClr val="62708A"/>
                </a:solidFill>
                <a:latin typeface="Arial"/>
                <a:ea typeface="Arial"/>
                <a:cs typeface="Arial"/>
              </a:defRPr>
            </a:lvl9pPr>
          </a:lstStyle>
          <a:p xmlns:a="http://schemas.openxmlformats.org/drawingml/2006/main">
            <a:pPr algn="ctr">
              <a:defRPr sz="975" b="1">
                <a:solidFill>
                  <a:srgbClr val="62708A"/>
                </a:solidFill>
                <a:latin typeface="Arial"/>
                <a:ea typeface="Arial"/>
                <a:cs typeface="Arial"/>
              </a:defRPr>
            </a:pPr>
            <a:r>
              <a:rPr sz="975" b="1">
                <a:solidFill>
                  <a:srgbClr val="62708A"/>
                </a:solidFill>
                <a:latin typeface="Arial"/>
                <a:ea typeface="Arial"/>
                <a:cs typeface="Arial"/>
              </a:rPr>
              <a:t>1 cliente</a:t>
            </a:r>
          </a:p>
        </p:txBody>
      </p:sp>
      <p:sp>
        <p:nvSpPr>
          <p:cNvPr id="24" name="">
            <a:extLst xmlns:a="http://schemas.openxmlformats.org/drawingml/2006/main">
              <a:ext uri="{FF2B5EF4-FFF2-40B4-BE49-F238E27FC236}">
                <a16:creationId xmlns:a16="http://schemas.microsoft.com/office/drawing/2014/main" id="{D1A1D94E-C322-4A90-A8AB-2B1C07009830}"/>
              </a:ext>
            </a:extLst>
          </p:cNvPr>
          <p:cNvSpPr>
            <a:spLocks xmlns:a="http://schemas.openxmlformats.org/drawingml/2006/main" noGrp="1"/>
          </p:cNvSpPr>
          <p:nvPr/>
        </p:nvSpPr>
        <p:spPr>
          <a:xfrm xmlns:a="http://schemas.openxmlformats.org/drawingml/2006/main">
            <a:off x="6334125"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62708A"/>
                </a:solidFill>
                <a:latin typeface="Arial"/>
                <a:ea typeface="Arial"/>
                <a:cs typeface="Arial"/>
              </a:defRPr>
            </a:defPPr>
            <a:lvl1pPr algn="ctr">
              <a:defRPr sz="975" b="1">
                <a:solidFill>
                  <a:srgbClr val="62708A"/>
                </a:solidFill>
                <a:latin typeface="Arial"/>
                <a:ea typeface="Arial"/>
                <a:cs typeface="Arial"/>
              </a:defRPr>
            </a:lvl1pPr>
            <a:lvl2pPr algn="ctr">
              <a:defRPr sz="975" b="1">
                <a:solidFill>
                  <a:srgbClr val="62708A"/>
                </a:solidFill>
                <a:latin typeface="Arial"/>
                <a:ea typeface="Arial"/>
                <a:cs typeface="Arial"/>
              </a:defRPr>
            </a:lvl2pPr>
            <a:lvl3pPr algn="ctr">
              <a:defRPr sz="975" b="1">
                <a:solidFill>
                  <a:srgbClr val="62708A"/>
                </a:solidFill>
                <a:latin typeface="Arial"/>
                <a:ea typeface="Arial"/>
                <a:cs typeface="Arial"/>
              </a:defRPr>
            </a:lvl3pPr>
            <a:lvl4pPr algn="ctr">
              <a:defRPr sz="975" b="1">
                <a:solidFill>
                  <a:srgbClr val="62708A"/>
                </a:solidFill>
                <a:latin typeface="Arial"/>
                <a:ea typeface="Arial"/>
                <a:cs typeface="Arial"/>
              </a:defRPr>
            </a:lvl4pPr>
            <a:lvl5pPr algn="ctr">
              <a:defRPr sz="975" b="1">
                <a:solidFill>
                  <a:srgbClr val="62708A"/>
                </a:solidFill>
                <a:latin typeface="Arial"/>
                <a:ea typeface="Arial"/>
                <a:cs typeface="Arial"/>
              </a:defRPr>
            </a:lvl5pPr>
            <a:lvl6pPr algn="ctr">
              <a:defRPr sz="975" b="1">
                <a:solidFill>
                  <a:srgbClr val="62708A"/>
                </a:solidFill>
                <a:latin typeface="Arial"/>
                <a:ea typeface="Arial"/>
                <a:cs typeface="Arial"/>
              </a:defRPr>
            </a:lvl6pPr>
            <a:lvl7pPr algn="ctr">
              <a:defRPr sz="975" b="1">
                <a:solidFill>
                  <a:srgbClr val="62708A"/>
                </a:solidFill>
                <a:latin typeface="Arial"/>
                <a:ea typeface="Arial"/>
                <a:cs typeface="Arial"/>
              </a:defRPr>
            </a:lvl7pPr>
            <a:lvl8pPr algn="ctr">
              <a:defRPr sz="975" b="1">
                <a:solidFill>
                  <a:srgbClr val="62708A"/>
                </a:solidFill>
                <a:latin typeface="Arial"/>
                <a:ea typeface="Arial"/>
                <a:cs typeface="Arial"/>
              </a:defRPr>
            </a:lvl8pPr>
            <a:lvl9pPr algn="ctr">
              <a:defRPr sz="975" b="1">
                <a:solidFill>
                  <a:srgbClr val="62708A"/>
                </a:solidFill>
                <a:latin typeface="Arial"/>
                <a:ea typeface="Arial"/>
                <a:cs typeface="Arial"/>
              </a:defRPr>
            </a:lvl9pPr>
          </a:lstStyle>
          <a:p xmlns:a="http://schemas.openxmlformats.org/drawingml/2006/main">
            <a:pPr algn="ctr">
              <a:defRPr sz="975" b="1">
                <a:solidFill>
                  <a:srgbClr val="62708A"/>
                </a:solidFill>
                <a:latin typeface="Arial"/>
                <a:ea typeface="Arial"/>
                <a:cs typeface="Arial"/>
              </a:defRPr>
            </a:pPr>
            <a:r>
              <a:rPr sz="975" b="1">
                <a:solidFill>
                  <a:srgbClr val="62708A"/>
                </a:solidFill>
                <a:latin typeface="Arial"/>
                <a:ea typeface="Arial"/>
                <a:cs typeface="Arial"/>
              </a:rPr>
              <a:t>1 solicitud aprobada</a:t>
            </a:r>
          </a:p>
        </p:txBody>
      </p:sp>
      <p:sp>
        <p:nvSpPr>
          <p:cNvPr id="25" name="">
            <a:extLst xmlns:a="http://schemas.openxmlformats.org/drawingml/2006/main">
              <a:ext uri="{FF2B5EF4-FFF2-40B4-BE49-F238E27FC236}">
                <a16:creationId xmlns:a16="http://schemas.microsoft.com/office/drawing/2014/main" id="{EA64982C-FCB6-4FC9-9D53-0580434420E2}"/>
              </a:ext>
            </a:extLst>
          </p:cNvPr>
          <p:cNvSpPr>
            <a:spLocks xmlns:a="http://schemas.openxmlformats.org/drawingml/2006/main" noGrp="1"/>
          </p:cNvSpPr>
          <p:nvPr/>
        </p:nvSpPr>
        <p:spPr>
          <a:xfrm xmlns:a="http://schemas.openxmlformats.org/drawingml/2006/main">
            <a:off x="9658350" y="287655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75" b="1">
                <a:solidFill>
                  <a:srgbClr val="62708A"/>
                </a:solidFill>
                <a:latin typeface="Arial"/>
                <a:ea typeface="Arial"/>
                <a:cs typeface="Arial"/>
              </a:defRPr>
            </a:defPPr>
            <a:lvl1pPr algn="ctr">
              <a:defRPr sz="975" b="1">
                <a:solidFill>
                  <a:srgbClr val="62708A"/>
                </a:solidFill>
                <a:latin typeface="Arial"/>
                <a:ea typeface="Arial"/>
                <a:cs typeface="Arial"/>
              </a:defRPr>
            </a:lvl1pPr>
            <a:lvl2pPr algn="ctr">
              <a:defRPr sz="975" b="1">
                <a:solidFill>
                  <a:srgbClr val="62708A"/>
                </a:solidFill>
                <a:latin typeface="Arial"/>
                <a:ea typeface="Arial"/>
                <a:cs typeface="Arial"/>
              </a:defRPr>
            </a:lvl2pPr>
            <a:lvl3pPr algn="ctr">
              <a:defRPr sz="975" b="1">
                <a:solidFill>
                  <a:srgbClr val="62708A"/>
                </a:solidFill>
                <a:latin typeface="Arial"/>
                <a:ea typeface="Arial"/>
                <a:cs typeface="Arial"/>
              </a:defRPr>
            </a:lvl3pPr>
            <a:lvl4pPr algn="ctr">
              <a:defRPr sz="975" b="1">
                <a:solidFill>
                  <a:srgbClr val="62708A"/>
                </a:solidFill>
                <a:latin typeface="Arial"/>
                <a:ea typeface="Arial"/>
                <a:cs typeface="Arial"/>
              </a:defRPr>
            </a:lvl4pPr>
            <a:lvl5pPr algn="ctr">
              <a:defRPr sz="975" b="1">
                <a:solidFill>
                  <a:srgbClr val="62708A"/>
                </a:solidFill>
                <a:latin typeface="Arial"/>
                <a:ea typeface="Arial"/>
                <a:cs typeface="Arial"/>
              </a:defRPr>
            </a:lvl5pPr>
            <a:lvl6pPr algn="ctr">
              <a:defRPr sz="975" b="1">
                <a:solidFill>
                  <a:srgbClr val="62708A"/>
                </a:solidFill>
                <a:latin typeface="Arial"/>
                <a:ea typeface="Arial"/>
                <a:cs typeface="Arial"/>
              </a:defRPr>
            </a:lvl6pPr>
            <a:lvl7pPr algn="ctr">
              <a:defRPr sz="975" b="1">
                <a:solidFill>
                  <a:srgbClr val="62708A"/>
                </a:solidFill>
                <a:latin typeface="Arial"/>
                <a:ea typeface="Arial"/>
                <a:cs typeface="Arial"/>
              </a:defRPr>
            </a:lvl7pPr>
            <a:lvl8pPr algn="ctr">
              <a:defRPr sz="975" b="1">
                <a:solidFill>
                  <a:srgbClr val="62708A"/>
                </a:solidFill>
                <a:latin typeface="Arial"/>
                <a:ea typeface="Arial"/>
                <a:cs typeface="Arial"/>
              </a:defRPr>
            </a:lvl8pPr>
            <a:lvl9pPr algn="ctr">
              <a:defRPr sz="975" b="1">
                <a:solidFill>
                  <a:srgbClr val="62708A"/>
                </a:solidFill>
                <a:latin typeface="Arial"/>
                <a:ea typeface="Arial"/>
                <a:cs typeface="Arial"/>
              </a:defRPr>
            </a:lvl9pPr>
          </a:lstStyle>
          <a:p xmlns:a="http://schemas.openxmlformats.org/drawingml/2006/main">
            <a:pPr algn="ctr">
              <a:defRPr sz="975" b="1">
                <a:solidFill>
                  <a:srgbClr val="62708A"/>
                </a:solidFill>
                <a:latin typeface="Arial"/>
                <a:ea typeface="Arial"/>
                <a:cs typeface="Arial"/>
              </a:defRPr>
            </a:pPr>
            <a:r>
              <a:rPr sz="975" b="1">
                <a:solidFill>
                  <a:srgbClr val="62708A"/>
                </a:solidFill>
                <a:latin typeface="Arial"/>
                <a:ea typeface="Arial"/>
                <a:cs typeface="Arial"/>
              </a:rPr>
              <a:t>0..n documentos</a:t>
            </a:r>
          </a:p>
        </p:txBody>
      </p:sp>
      <p:sp>
        <p:nvSpPr>
          <p:cNvPr id="26" name="">
            <a:extLst xmlns:a="http://schemas.openxmlformats.org/drawingml/2006/main">
              <a:ext uri="{FF2B5EF4-FFF2-40B4-BE49-F238E27FC236}">
                <a16:creationId xmlns:a16="http://schemas.microsoft.com/office/drawing/2014/main" id="{873AA175-109C-4C18-9596-ADD35D868348}"/>
              </a:ext>
            </a:extLst>
          </p:cNvPr>
          <p:cNvSpPr>
            <a:spLocks xmlns:a="http://schemas.openxmlformats.org/drawingml/2006/main" noGrp="1"/>
          </p:cNvSpPr>
          <p:nvPr/>
        </p:nvSpPr>
        <p:spPr>
          <a:xfrm xmlns:a="http://schemas.openxmlformats.org/drawingml/2006/main">
            <a:off x="4714875" y="29337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62708A"/>
                </a:solidFill>
                <a:latin typeface="Arial"/>
                <a:ea typeface="Arial"/>
                <a:cs typeface="Arial"/>
              </a:defRPr>
            </a:defPPr>
            <a:lvl1pPr algn="ctr">
              <a:defRPr sz="900" b="1">
                <a:solidFill>
                  <a:srgbClr val="62708A"/>
                </a:solidFill>
                <a:latin typeface="Arial"/>
                <a:ea typeface="Arial"/>
                <a:cs typeface="Arial"/>
              </a:defRPr>
            </a:lvl1pPr>
            <a:lvl2pPr algn="ctr">
              <a:defRPr sz="900" b="1">
                <a:solidFill>
                  <a:srgbClr val="62708A"/>
                </a:solidFill>
                <a:latin typeface="Arial"/>
                <a:ea typeface="Arial"/>
                <a:cs typeface="Arial"/>
              </a:defRPr>
            </a:lvl2pPr>
            <a:lvl3pPr algn="ctr">
              <a:defRPr sz="900" b="1">
                <a:solidFill>
                  <a:srgbClr val="62708A"/>
                </a:solidFill>
                <a:latin typeface="Arial"/>
                <a:ea typeface="Arial"/>
                <a:cs typeface="Arial"/>
              </a:defRPr>
            </a:lvl3pPr>
            <a:lvl4pPr algn="ctr">
              <a:defRPr sz="900" b="1">
                <a:solidFill>
                  <a:srgbClr val="62708A"/>
                </a:solidFill>
                <a:latin typeface="Arial"/>
                <a:ea typeface="Arial"/>
                <a:cs typeface="Arial"/>
              </a:defRPr>
            </a:lvl4pPr>
            <a:lvl5pPr algn="ctr">
              <a:defRPr sz="900" b="1">
                <a:solidFill>
                  <a:srgbClr val="62708A"/>
                </a:solidFill>
                <a:latin typeface="Arial"/>
                <a:ea typeface="Arial"/>
                <a:cs typeface="Arial"/>
              </a:defRPr>
            </a:lvl5pPr>
            <a:lvl6pPr algn="ctr">
              <a:defRPr sz="900" b="1">
                <a:solidFill>
                  <a:srgbClr val="62708A"/>
                </a:solidFill>
                <a:latin typeface="Arial"/>
                <a:ea typeface="Arial"/>
                <a:cs typeface="Arial"/>
              </a:defRPr>
            </a:lvl6pPr>
            <a:lvl7pPr algn="ctr">
              <a:defRPr sz="900" b="1">
                <a:solidFill>
                  <a:srgbClr val="62708A"/>
                </a:solidFill>
                <a:latin typeface="Arial"/>
                <a:ea typeface="Arial"/>
                <a:cs typeface="Arial"/>
              </a:defRPr>
            </a:lvl7pPr>
            <a:lvl8pPr algn="ctr">
              <a:defRPr sz="900" b="1">
                <a:solidFill>
                  <a:srgbClr val="62708A"/>
                </a:solidFill>
                <a:latin typeface="Arial"/>
                <a:ea typeface="Arial"/>
                <a:cs typeface="Arial"/>
              </a:defRPr>
            </a:lvl8pPr>
            <a:lvl9pPr algn="ctr">
              <a:defRPr sz="900" b="1">
                <a:solidFill>
                  <a:srgbClr val="62708A"/>
                </a:solidFill>
                <a:latin typeface="Arial"/>
                <a:ea typeface="Arial"/>
                <a:cs typeface="Arial"/>
              </a:defRPr>
            </a:lvl9pPr>
          </a:lstStyle>
          <a:p xmlns:a="http://schemas.openxmlformats.org/drawingml/2006/main">
            <a:pPr algn="ctr">
              <a:defRPr sz="900" b="1">
                <a:solidFill>
                  <a:srgbClr val="62708A"/>
                </a:solidFill>
                <a:latin typeface="Arial"/>
                <a:ea typeface="Arial"/>
                <a:cs typeface="Arial"/>
              </a:defRPr>
            </a:pPr>
            <a:r>
              <a:rPr sz="900" b="1">
                <a:solidFill>
                  <a:srgbClr val="62708A"/>
                </a:solidFill>
                <a:latin typeface="Arial"/>
                <a:ea typeface="Arial"/>
                <a:cs typeface="Arial"/>
              </a:rPr>
              <a:t>encabezado</a:t>
            </a:r>
          </a:p>
        </p:txBody>
      </p:sp>
      <p:sp>
        <p:nvSpPr>
          <p:cNvPr id="27" name="">
            <a:extLst xmlns:a="http://schemas.openxmlformats.org/drawingml/2006/main">
              <a:ext uri="{FF2B5EF4-FFF2-40B4-BE49-F238E27FC236}">
                <a16:creationId xmlns:a16="http://schemas.microsoft.com/office/drawing/2014/main" id="{293EE210-F896-44B3-B110-84EF698BBC36}"/>
              </a:ext>
            </a:extLst>
          </p:cNvPr>
          <p:cNvSpPr>
            <a:spLocks xmlns:a="http://schemas.openxmlformats.org/drawingml/2006/main" noGrp="1"/>
          </p:cNvSpPr>
          <p:nvPr/>
        </p:nvSpPr>
        <p:spPr>
          <a:xfrm xmlns:a="http://schemas.openxmlformats.org/drawingml/2006/main">
            <a:off x="5667375" y="3743325"/>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62708A"/>
                </a:solidFill>
                <a:latin typeface="Arial"/>
                <a:ea typeface="Arial"/>
                <a:cs typeface="Arial"/>
              </a:defRPr>
            </a:defPPr>
            <a:lvl1pPr algn="ctr">
              <a:defRPr sz="900" b="1">
                <a:solidFill>
                  <a:srgbClr val="62708A"/>
                </a:solidFill>
                <a:latin typeface="Arial"/>
                <a:ea typeface="Arial"/>
                <a:cs typeface="Arial"/>
              </a:defRPr>
            </a:lvl1pPr>
            <a:lvl2pPr algn="ctr">
              <a:defRPr sz="900" b="1">
                <a:solidFill>
                  <a:srgbClr val="62708A"/>
                </a:solidFill>
                <a:latin typeface="Arial"/>
                <a:ea typeface="Arial"/>
                <a:cs typeface="Arial"/>
              </a:defRPr>
            </a:lvl2pPr>
            <a:lvl3pPr algn="ctr">
              <a:defRPr sz="900" b="1">
                <a:solidFill>
                  <a:srgbClr val="62708A"/>
                </a:solidFill>
                <a:latin typeface="Arial"/>
                <a:ea typeface="Arial"/>
                <a:cs typeface="Arial"/>
              </a:defRPr>
            </a:lvl3pPr>
            <a:lvl4pPr algn="ctr">
              <a:defRPr sz="900" b="1">
                <a:solidFill>
                  <a:srgbClr val="62708A"/>
                </a:solidFill>
                <a:latin typeface="Arial"/>
                <a:ea typeface="Arial"/>
                <a:cs typeface="Arial"/>
              </a:defRPr>
            </a:lvl4pPr>
            <a:lvl5pPr algn="ctr">
              <a:defRPr sz="900" b="1">
                <a:solidFill>
                  <a:srgbClr val="62708A"/>
                </a:solidFill>
                <a:latin typeface="Arial"/>
                <a:ea typeface="Arial"/>
                <a:cs typeface="Arial"/>
              </a:defRPr>
            </a:lvl5pPr>
            <a:lvl6pPr algn="ctr">
              <a:defRPr sz="900" b="1">
                <a:solidFill>
                  <a:srgbClr val="62708A"/>
                </a:solidFill>
                <a:latin typeface="Arial"/>
                <a:ea typeface="Arial"/>
                <a:cs typeface="Arial"/>
              </a:defRPr>
            </a:lvl6pPr>
            <a:lvl7pPr algn="ctr">
              <a:defRPr sz="900" b="1">
                <a:solidFill>
                  <a:srgbClr val="62708A"/>
                </a:solidFill>
                <a:latin typeface="Arial"/>
                <a:ea typeface="Arial"/>
                <a:cs typeface="Arial"/>
              </a:defRPr>
            </a:lvl7pPr>
            <a:lvl8pPr algn="ctr">
              <a:defRPr sz="900" b="1">
                <a:solidFill>
                  <a:srgbClr val="62708A"/>
                </a:solidFill>
                <a:latin typeface="Arial"/>
                <a:ea typeface="Arial"/>
                <a:cs typeface="Arial"/>
              </a:defRPr>
            </a:lvl8pPr>
            <a:lvl9pPr algn="ctr">
              <a:defRPr sz="900" b="1">
                <a:solidFill>
                  <a:srgbClr val="62708A"/>
                </a:solidFill>
                <a:latin typeface="Arial"/>
                <a:ea typeface="Arial"/>
                <a:cs typeface="Arial"/>
              </a:defRPr>
            </a:lvl9pPr>
          </a:lstStyle>
          <a:p xmlns:a="http://schemas.openxmlformats.org/drawingml/2006/main">
            <a:pPr algn="ctr">
              <a:defRPr sz="900" b="1">
                <a:solidFill>
                  <a:srgbClr val="62708A"/>
                </a:solidFill>
                <a:latin typeface="Arial"/>
                <a:ea typeface="Arial"/>
                <a:cs typeface="Arial"/>
              </a:defRPr>
            </a:pPr>
            <a:r>
              <a:rPr sz="900" b="1">
                <a:solidFill>
                  <a:srgbClr val="62708A"/>
                </a:solidFill>
                <a:latin typeface="Arial"/>
                <a:ea typeface="Arial"/>
                <a:cs typeface="Arial"/>
              </a:rPr>
              <a:t>líneas</a:t>
            </a:r>
          </a:p>
        </p:txBody>
      </p:sp>
      <p:sp>
        <p:nvSpPr>
          <p:cNvPr id="28" name="">
            <a:extLst xmlns:a="http://schemas.openxmlformats.org/drawingml/2006/main">
              <a:ext uri="{FF2B5EF4-FFF2-40B4-BE49-F238E27FC236}">
                <a16:creationId xmlns:a16="http://schemas.microsoft.com/office/drawing/2014/main" id="{C896852A-243B-4F83-A639-89D583EB877F}"/>
              </a:ext>
            </a:extLst>
          </p:cNvPr>
          <p:cNvSpPr>
            <a:spLocks xmlns:a="http://schemas.openxmlformats.org/drawingml/2006/main" noGrp="1"/>
          </p:cNvSpPr>
          <p:nvPr/>
        </p:nvSpPr>
        <p:spPr>
          <a:xfrm xmlns:a="http://schemas.openxmlformats.org/drawingml/2006/main">
            <a:off x="8572500" y="3743325"/>
            <a:ext cx="704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900" b="1">
                <a:solidFill>
                  <a:srgbClr val="62708A"/>
                </a:solidFill>
                <a:latin typeface="Arial"/>
                <a:ea typeface="Arial"/>
                <a:cs typeface="Arial"/>
              </a:defRPr>
            </a:defPPr>
            <a:lvl1pPr algn="ctr">
              <a:defRPr sz="900" b="1">
                <a:solidFill>
                  <a:srgbClr val="62708A"/>
                </a:solidFill>
                <a:latin typeface="Arial"/>
                <a:ea typeface="Arial"/>
                <a:cs typeface="Arial"/>
              </a:defRPr>
            </a:lvl1pPr>
            <a:lvl2pPr algn="ctr">
              <a:defRPr sz="900" b="1">
                <a:solidFill>
                  <a:srgbClr val="62708A"/>
                </a:solidFill>
                <a:latin typeface="Arial"/>
                <a:ea typeface="Arial"/>
                <a:cs typeface="Arial"/>
              </a:defRPr>
            </a:lvl2pPr>
            <a:lvl3pPr algn="ctr">
              <a:defRPr sz="900" b="1">
                <a:solidFill>
                  <a:srgbClr val="62708A"/>
                </a:solidFill>
                <a:latin typeface="Arial"/>
                <a:ea typeface="Arial"/>
                <a:cs typeface="Arial"/>
              </a:defRPr>
            </a:lvl3pPr>
            <a:lvl4pPr algn="ctr">
              <a:defRPr sz="900" b="1">
                <a:solidFill>
                  <a:srgbClr val="62708A"/>
                </a:solidFill>
                <a:latin typeface="Arial"/>
                <a:ea typeface="Arial"/>
                <a:cs typeface="Arial"/>
              </a:defRPr>
            </a:lvl4pPr>
            <a:lvl5pPr algn="ctr">
              <a:defRPr sz="900" b="1">
                <a:solidFill>
                  <a:srgbClr val="62708A"/>
                </a:solidFill>
                <a:latin typeface="Arial"/>
                <a:ea typeface="Arial"/>
                <a:cs typeface="Arial"/>
              </a:defRPr>
            </a:lvl5pPr>
            <a:lvl6pPr algn="ctr">
              <a:defRPr sz="900" b="1">
                <a:solidFill>
                  <a:srgbClr val="62708A"/>
                </a:solidFill>
                <a:latin typeface="Arial"/>
                <a:ea typeface="Arial"/>
                <a:cs typeface="Arial"/>
              </a:defRPr>
            </a:lvl6pPr>
            <a:lvl7pPr algn="ctr">
              <a:defRPr sz="900" b="1">
                <a:solidFill>
                  <a:srgbClr val="62708A"/>
                </a:solidFill>
                <a:latin typeface="Arial"/>
                <a:ea typeface="Arial"/>
                <a:cs typeface="Arial"/>
              </a:defRPr>
            </a:lvl7pPr>
            <a:lvl8pPr algn="ctr">
              <a:defRPr sz="900" b="1">
                <a:solidFill>
                  <a:srgbClr val="62708A"/>
                </a:solidFill>
                <a:latin typeface="Arial"/>
                <a:ea typeface="Arial"/>
                <a:cs typeface="Arial"/>
              </a:defRPr>
            </a:lvl8pPr>
            <a:lvl9pPr algn="ctr">
              <a:defRPr sz="900" b="1">
                <a:solidFill>
                  <a:srgbClr val="62708A"/>
                </a:solidFill>
                <a:latin typeface="Arial"/>
                <a:ea typeface="Arial"/>
                <a:cs typeface="Arial"/>
              </a:defRPr>
            </a:lvl9pPr>
          </a:lstStyle>
          <a:p xmlns:a="http://schemas.openxmlformats.org/drawingml/2006/main">
            <a:pPr algn="ctr">
              <a:defRPr sz="900" b="1">
                <a:solidFill>
                  <a:srgbClr val="62708A"/>
                </a:solidFill>
                <a:latin typeface="Arial"/>
                <a:ea typeface="Arial"/>
                <a:cs typeface="Arial"/>
              </a:defRPr>
            </a:pPr>
            <a:r>
              <a:rPr sz="900" b="1">
                <a:solidFill>
                  <a:srgbClr val="62708A"/>
                </a:solidFill>
                <a:latin typeface="Arial"/>
                <a:ea typeface="Arial"/>
                <a:cs typeface="Arial"/>
              </a:rPr>
              <a:t>líneas</a:t>
            </a:r>
          </a:p>
        </p:txBody>
      </p:sp>
      <p:sp>
        <p:nvSpPr>
          <p:cNvPr id="29" name="">
            <a:extLst xmlns:a="http://schemas.openxmlformats.org/drawingml/2006/main">
              <a:ext uri="{FF2B5EF4-FFF2-40B4-BE49-F238E27FC236}">
                <a16:creationId xmlns:a16="http://schemas.microsoft.com/office/drawing/2014/main" id="{BD22629E-1DF6-49A5-8321-91138A96F240}"/>
              </a:ext>
            </a:extLst>
          </p:cNvPr>
          <p:cNvSpPr>
            <a:spLocks xmlns:a="http://schemas.openxmlformats.org/drawingml/2006/main" noGrp="1"/>
          </p:cNvSpPr>
          <p:nvPr/>
        </p:nvSpPr>
        <p:spPr>
          <a:xfrm xmlns:a="http://schemas.openxmlformats.org/drawingml/2006/main">
            <a:off x="952500" y="5191125"/>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01A3D"/>
                </a:solidFill>
                <a:latin typeface="Arial"/>
                <a:ea typeface="Arial"/>
                <a:cs typeface="Arial"/>
              </a:defRPr>
            </a:defPPr>
            <a:lvl1pPr algn="ctr">
              <a:defRPr sz="1350" b="1">
                <a:solidFill>
                  <a:srgbClr val="101A3D"/>
                </a:solidFill>
                <a:latin typeface="Arial"/>
                <a:ea typeface="Arial"/>
                <a:cs typeface="Arial"/>
              </a:defRPr>
            </a:lvl1pPr>
            <a:lvl2pPr algn="ctr">
              <a:defRPr sz="1350" b="1">
                <a:solidFill>
                  <a:srgbClr val="101A3D"/>
                </a:solidFill>
                <a:latin typeface="Arial"/>
                <a:ea typeface="Arial"/>
                <a:cs typeface="Arial"/>
              </a:defRPr>
            </a:lvl2pPr>
            <a:lvl3pPr algn="ctr">
              <a:defRPr sz="1350" b="1">
                <a:solidFill>
                  <a:srgbClr val="101A3D"/>
                </a:solidFill>
                <a:latin typeface="Arial"/>
                <a:ea typeface="Arial"/>
                <a:cs typeface="Arial"/>
              </a:defRPr>
            </a:lvl3pPr>
            <a:lvl4pPr algn="ctr">
              <a:defRPr sz="1350" b="1">
                <a:solidFill>
                  <a:srgbClr val="101A3D"/>
                </a:solidFill>
                <a:latin typeface="Arial"/>
                <a:ea typeface="Arial"/>
                <a:cs typeface="Arial"/>
              </a:defRPr>
            </a:lvl4pPr>
            <a:lvl5pPr algn="ctr">
              <a:defRPr sz="1350" b="1">
                <a:solidFill>
                  <a:srgbClr val="101A3D"/>
                </a:solidFill>
                <a:latin typeface="Arial"/>
                <a:ea typeface="Arial"/>
                <a:cs typeface="Arial"/>
              </a:defRPr>
            </a:lvl5pPr>
            <a:lvl6pPr algn="ctr">
              <a:defRPr sz="1350" b="1">
                <a:solidFill>
                  <a:srgbClr val="101A3D"/>
                </a:solidFill>
                <a:latin typeface="Arial"/>
                <a:ea typeface="Arial"/>
                <a:cs typeface="Arial"/>
              </a:defRPr>
            </a:lvl6pPr>
            <a:lvl7pPr algn="ctr">
              <a:defRPr sz="1350" b="1">
                <a:solidFill>
                  <a:srgbClr val="101A3D"/>
                </a:solidFill>
                <a:latin typeface="Arial"/>
                <a:ea typeface="Arial"/>
                <a:cs typeface="Arial"/>
              </a:defRPr>
            </a:lvl7pPr>
            <a:lvl8pPr algn="ctr">
              <a:defRPr sz="1350" b="1">
                <a:solidFill>
                  <a:srgbClr val="101A3D"/>
                </a:solidFill>
                <a:latin typeface="Arial"/>
                <a:ea typeface="Arial"/>
                <a:cs typeface="Arial"/>
              </a:defRPr>
            </a:lvl8pPr>
            <a:lvl9pPr algn="ctr">
              <a:defRPr sz="1350" b="1">
                <a:solidFill>
                  <a:srgbClr val="101A3D"/>
                </a:solidFill>
                <a:latin typeface="Arial"/>
                <a:ea typeface="Arial"/>
                <a:cs typeface="Arial"/>
              </a:defRPr>
            </a:lvl9pPr>
          </a:lstStyle>
          <a:p xmlns:a="http://schemas.openxmlformats.org/drawingml/2006/main">
            <a:pPr algn="ctr">
              <a:defRPr sz="1350" b="1">
                <a:solidFill>
                  <a:srgbClr val="101A3D"/>
                </a:solidFill>
                <a:latin typeface="Arial"/>
                <a:ea typeface="Arial"/>
                <a:cs typeface="Arial"/>
              </a:defRPr>
            </a:pPr>
            <a:r>
              <a:rPr sz="1350" b="1">
                <a:solidFill>
                  <a:srgbClr val="101A3D"/>
                </a:solidFill>
                <a:latin typeface="Arial"/>
                <a:ea typeface="Arial"/>
                <a:cs typeface="Arial"/>
              </a:rPr>
              <a:t>Cliente, vehículo y usuario se relacionan mediante claves foráneas.</a:t>
            </a:r>
          </a:p>
        </p:txBody>
      </p:sp>
    </p:spTree>
    <p:extLst>
      <p:ext uri="{BB962C8B-B14F-4D97-AF65-F5344CB8AC3E}">
        <p14:creationId xmlns:p14="http://schemas.microsoft.com/office/powerpoint/2010/main" val="885568933"/>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D8FB3C0-4673-4009-8BF2-0B94E6C2497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864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D76D5C-2CD2-4C18-AA92-90817D4958DB}"/>
              </a:ext>
            </a:extLst>
          </p:cNvPr>
          <p:cNvSpPr>
            <a:spLocks xmlns:a="http://schemas.openxmlformats.org/drawingml/2006/main" noGrp="1"/>
          </p:cNvSpPr>
          <p:nvPr/>
        </p:nvSpPr>
        <p:spPr>
          <a:xfrm xmlns:a="http://schemas.openxmlformats.org/drawingml/2006/main">
            <a:off x="609600" y="333375"/>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2864E8"/>
                </a:solidFill>
                <a:latin typeface="Arial"/>
                <a:ea typeface="Arial"/>
                <a:cs typeface="Arial"/>
              </a:defRPr>
            </a:defPPr>
            <a:lvl1pPr algn="l">
              <a:defRPr sz="1050" b="1">
                <a:solidFill>
                  <a:srgbClr val="2864E8"/>
                </a:solidFill>
                <a:latin typeface="Arial"/>
                <a:ea typeface="Arial"/>
                <a:cs typeface="Arial"/>
              </a:defRPr>
            </a:lvl1pPr>
            <a:lvl2pPr algn="l">
              <a:defRPr sz="1050" b="1">
                <a:solidFill>
                  <a:srgbClr val="2864E8"/>
                </a:solidFill>
                <a:latin typeface="Arial"/>
                <a:ea typeface="Arial"/>
                <a:cs typeface="Arial"/>
              </a:defRPr>
            </a:lvl2pPr>
            <a:lvl3pPr algn="l">
              <a:defRPr sz="1050" b="1">
                <a:solidFill>
                  <a:srgbClr val="2864E8"/>
                </a:solidFill>
                <a:latin typeface="Arial"/>
                <a:ea typeface="Arial"/>
                <a:cs typeface="Arial"/>
              </a:defRPr>
            </a:lvl3pPr>
            <a:lvl4pPr algn="l">
              <a:defRPr sz="1050" b="1">
                <a:solidFill>
                  <a:srgbClr val="2864E8"/>
                </a:solidFill>
                <a:latin typeface="Arial"/>
                <a:ea typeface="Arial"/>
                <a:cs typeface="Arial"/>
              </a:defRPr>
            </a:lvl4pPr>
            <a:lvl5pPr algn="l">
              <a:defRPr sz="1050" b="1">
                <a:solidFill>
                  <a:srgbClr val="2864E8"/>
                </a:solidFill>
                <a:latin typeface="Arial"/>
                <a:ea typeface="Arial"/>
                <a:cs typeface="Arial"/>
              </a:defRPr>
            </a:lvl5pPr>
            <a:lvl6pPr algn="l">
              <a:defRPr sz="1050" b="1">
                <a:solidFill>
                  <a:srgbClr val="2864E8"/>
                </a:solidFill>
                <a:latin typeface="Arial"/>
                <a:ea typeface="Arial"/>
                <a:cs typeface="Arial"/>
              </a:defRPr>
            </a:lvl6pPr>
            <a:lvl7pPr algn="l">
              <a:defRPr sz="1050" b="1">
                <a:solidFill>
                  <a:srgbClr val="2864E8"/>
                </a:solidFill>
                <a:latin typeface="Arial"/>
                <a:ea typeface="Arial"/>
                <a:cs typeface="Arial"/>
              </a:defRPr>
            </a:lvl7pPr>
            <a:lvl8pPr algn="l">
              <a:defRPr sz="1050" b="1">
                <a:solidFill>
                  <a:srgbClr val="2864E8"/>
                </a:solidFill>
                <a:latin typeface="Arial"/>
                <a:ea typeface="Arial"/>
                <a:cs typeface="Arial"/>
              </a:defRPr>
            </a:lvl8pPr>
            <a:lvl9pPr algn="l">
              <a:defRPr sz="1050" b="1">
                <a:solidFill>
                  <a:srgbClr val="2864E8"/>
                </a:solidFill>
                <a:latin typeface="Arial"/>
                <a:ea typeface="Arial"/>
                <a:cs typeface="Arial"/>
              </a:defRPr>
            </a:lvl9pPr>
          </a:lstStyle>
          <a:p xmlns:a="http://schemas.openxmlformats.org/drawingml/2006/main">
            <a:pPr algn="l">
              <a:defRPr sz="1050" b="1">
                <a:solidFill>
                  <a:srgbClr val="2864E8"/>
                </a:solidFill>
                <a:latin typeface="Arial"/>
                <a:ea typeface="Arial"/>
                <a:cs typeface="Arial"/>
              </a:defRPr>
            </a:pPr>
            <a:r>
              <a:rPr sz="1050" b="1">
                <a:solidFill>
                  <a:srgbClr val="2864E8"/>
                </a:solidFill>
                <a:latin typeface="Arial"/>
                <a:ea typeface="Arial"/>
                <a:cs typeface="Arial"/>
              </a:rPr>
              <a:t>ARQUITECTURA REPOSITORY</a:t>
            </a:r>
          </a:p>
        </p:txBody>
      </p:sp>
      <p:sp>
        <p:nvSpPr>
          <p:cNvPr id="3" name="">
            <a:extLst xmlns:a="http://schemas.openxmlformats.org/drawingml/2006/main">
              <a:ext uri="{FF2B5EF4-FFF2-40B4-BE49-F238E27FC236}">
                <a16:creationId xmlns:a16="http://schemas.microsoft.com/office/drawing/2014/main" id="{FB8D6AAC-6081-4FF3-82B0-06269FD70262}"/>
              </a:ext>
            </a:extLst>
          </p:cNvPr>
          <p:cNvSpPr>
            <a:spLocks xmlns:a="http://schemas.openxmlformats.org/drawingml/2006/main" noGrp="1"/>
          </p:cNvSpPr>
          <p:nvPr/>
        </p:nvSpPr>
        <p:spPr>
          <a:xfrm xmlns:a="http://schemas.openxmlformats.org/drawingml/2006/main">
            <a:off x="609600" y="6381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213C"/>
                </a:solidFill>
                <a:latin typeface="Arial"/>
                <a:ea typeface="Arial"/>
                <a:cs typeface="Arial"/>
              </a:defRPr>
            </a:defPPr>
            <a:lvl1pPr algn="l">
              <a:defRPr sz="2550" b="1">
                <a:solidFill>
                  <a:srgbClr val="15213C"/>
                </a:solidFill>
                <a:latin typeface="Arial"/>
                <a:ea typeface="Arial"/>
                <a:cs typeface="Arial"/>
              </a:defRPr>
            </a:lvl1pPr>
            <a:lvl2pPr algn="l">
              <a:defRPr sz="2550" b="1">
                <a:solidFill>
                  <a:srgbClr val="15213C"/>
                </a:solidFill>
                <a:latin typeface="Arial"/>
                <a:ea typeface="Arial"/>
                <a:cs typeface="Arial"/>
              </a:defRPr>
            </a:lvl2pPr>
            <a:lvl3pPr algn="l">
              <a:defRPr sz="2550" b="1">
                <a:solidFill>
                  <a:srgbClr val="15213C"/>
                </a:solidFill>
                <a:latin typeface="Arial"/>
                <a:ea typeface="Arial"/>
                <a:cs typeface="Arial"/>
              </a:defRPr>
            </a:lvl3pPr>
            <a:lvl4pPr algn="l">
              <a:defRPr sz="2550" b="1">
                <a:solidFill>
                  <a:srgbClr val="15213C"/>
                </a:solidFill>
                <a:latin typeface="Arial"/>
                <a:ea typeface="Arial"/>
                <a:cs typeface="Arial"/>
              </a:defRPr>
            </a:lvl4pPr>
            <a:lvl5pPr algn="l">
              <a:defRPr sz="2550" b="1">
                <a:solidFill>
                  <a:srgbClr val="15213C"/>
                </a:solidFill>
                <a:latin typeface="Arial"/>
                <a:ea typeface="Arial"/>
                <a:cs typeface="Arial"/>
              </a:defRPr>
            </a:lvl5pPr>
            <a:lvl6pPr algn="l">
              <a:defRPr sz="2550" b="1">
                <a:solidFill>
                  <a:srgbClr val="15213C"/>
                </a:solidFill>
                <a:latin typeface="Arial"/>
                <a:ea typeface="Arial"/>
                <a:cs typeface="Arial"/>
              </a:defRPr>
            </a:lvl6pPr>
            <a:lvl7pPr algn="l">
              <a:defRPr sz="2550" b="1">
                <a:solidFill>
                  <a:srgbClr val="15213C"/>
                </a:solidFill>
                <a:latin typeface="Arial"/>
                <a:ea typeface="Arial"/>
                <a:cs typeface="Arial"/>
              </a:defRPr>
            </a:lvl7pPr>
            <a:lvl8pPr algn="l">
              <a:defRPr sz="2550" b="1">
                <a:solidFill>
                  <a:srgbClr val="15213C"/>
                </a:solidFill>
                <a:latin typeface="Arial"/>
                <a:ea typeface="Arial"/>
                <a:cs typeface="Arial"/>
              </a:defRPr>
            </a:lvl8pPr>
            <a:lvl9pPr algn="l">
              <a:defRPr sz="2550" b="1">
                <a:solidFill>
                  <a:srgbClr val="15213C"/>
                </a:solidFill>
                <a:latin typeface="Arial"/>
                <a:ea typeface="Arial"/>
                <a:cs typeface="Arial"/>
              </a:defRPr>
            </a:lvl9pPr>
          </a:lstStyle>
          <a:p xmlns:a="http://schemas.openxmlformats.org/drawingml/2006/main">
            <a:pPr algn="l">
              <a:defRPr sz="2550" b="1">
                <a:solidFill>
                  <a:srgbClr val="15213C"/>
                </a:solidFill>
                <a:latin typeface="Arial"/>
                <a:ea typeface="Arial"/>
                <a:cs typeface="Arial"/>
              </a:defRPr>
            </a:pPr>
            <a:r>
              <a:rPr sz="2550" b="1">
                <a:solidFill>
                  <a:srgbClr val="15213C"/>
                </a:solidFill>
                <a:latin typeface="Arial"/>
                <a:ea typeface="Arial"/>
                <a:cs typeface="Arial"/>
              </a:rPr>
              <a:t>Análisis del código por bloques</a:t>
            </a:r>
          </a:p>
        </p:txBody>
      </p:sp>
      <p:sp>
        <p:nvSpPr>
          <p:cNvPr id="4" name="">
            <a:extLst xmlns:a="http://schemas.openxmlformats.org/drawingml/2006/main">
              <a:ext uri="{FF2B5EF4-FFF2-40B4-BE49-F238E27FC236}">
                <a16:creationId xmlns:a16="http://schemas.microsoft.com/office/drawing/2014/main" id="{9ACD9621-EA67-4C3A-BE3D-9702A161F4F2}"/>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3E80F0D-42B9-4FFD-858E-5DFC9AE379EA}"/>
              </a:ext>
            </a:extLst>
          </p:cNvPr>
          <p:cNvSpPr>
            <a:spLocks xmlns:a="http://schemas.openxmlformats.org/drawingml/2006/main" noGrp="1"/>
          </p:cNvSpPr>
          <p:nvPr/>
        </p:nvSpPr>
        <p:spPr>
          <a:xfrm xmlns:a="http://schemas.openxmlformats.org/drawingml/2006/main">
            <a:off x="609600" y="63150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62708A"/>
                </a:solidFill>
                <a:latin typeface="Arial"/>
                <a:ea typeface="Arial"/>
                <a:cs typeface="Arial"/>
              </a:defRPr>
            </a:defPPr>
            <a:lvl1pPr algn="l">
              <a:defRPr sz="975" b="1">
                <a:solidFill>
                  <a:srgbClr val="62708A"/>
                </a:solidFill>
                <a:latin typeface="Arial"/>
                <a:ea typeface="Arial"/>
                <a:cs typeface="Arial"/>
              </a:defRPr>
            </a:lvl1pPr>
            <a:lvl2pPr algn="l">
              <a:defRPr sz="975" b="1">
                <a:solidFill>
                  <a:srgbClr val="62708A"/>
                </a:solidFill>
                <a:latin typeface="Arial"/>
                <a:ea typeface="Arial"/>
                <a:cs typeface="Arial"/>
              </a:defRPr>
            </a:lvl2pPr>
            <a:lvl3pPr algn="l">
              <a:defRPr sz="975" b="1">
                <a:solidFill>
                  <a:srgbClr val="62708A"/>
                </a:solidFill>
                <a:latin typeface="Arial"/>
                <a:ea typeface="Arial"/>
                <a:cs typeface="Arial"/>
              </a:defRPr>
            </a:lvl3pPr>
            <a:lvl4pPr algn="l">
              <a:defRPr sz="975" b="1">
                <a:solidFill>
                  <a:srgbClr val="62708A"/>
                </a:solidFill>
                <a:latin typeface="Arial"/>
                <a:ea typeface="Arial"/>
                <a:cs typeface="Arial"/>
              </a:defRPr>
            </a:lvl4pPr>
            <a:lvl5pPr algn="l">
              <a:defRPr sz="975" b="1">
                <a:solidFill>
                  <a:srgbClr val="62708A"/>
                </a:solidFill>
                <a:latin typeface="Arial"/>
                <a:ea typeface="Arial"/>
                <a:cs typeface="Arial"/>
              </a:defRPr>
            </a:lvl5pPr>
            <a:lvl6pPr algn="l">
              <a:defRPr sz="975" b="1">
                <a:solidFill>
                  <a:srgbClr val="62708A"/>
                </a:solidFill>
                <a:latin typeface="Arial"/>
                <a:ea typeface="Arial"/>
                <a:cs typeface="Arial"/>
              </a:defRPr>
            </a:lvl6pPr>
            <a:lvl7pPr algn="l">
              <a:defRPr sz="975" b="1">
                <a:solidFill>
                  <a:srgbClr val="62708A"/>
                </a:solidFill>
                <a:latin typeface="Arial"/>
                <a:ea typeface="Arial"/>
                <a:cs typeface="Arial"/>
              </a:defRPr>
            </a:lvl7pPr>
            <a:lvl8pPr algn="l">
              <a:defRPr sz="975" b="1">
                <a:solidFill>
                  <a:srgbClr val="62708A"/>
                </a:solidFill>
                <a:latin typeface="Arial"/>
                <a:ea typeface="Arial"/>
                <a:cs typeface="Arial"/>
              </a:defRPr>
            </a:lvl8pPr>
            <a:lvl9pPr algn="l">
              <a:defRPr sz="975" b="1">
                <a:solidFill>
                  <a:srgbClr val="62708A"/>
                </a:solidFill>
                <a:latin typeface="Arial"/>
                <a:ea typeface="Arial"/>
                <a:cs typeface="Arial"/>
              </a:defRPr>
            </a:lvl9pPr>
          </a:lstStyle>
          <a:p xmlns:a="http://schemas.openxmlformats.org/drawingml/2006/main">
            <a:pPr algn="l">
              <a:defRPr sz="975" b="1">
                <a:solidFill>
                  <a:srgbClr val="62708A"/>
                </a:solidFill>
                <a:latin typeface="Arial"/>
                <a:ea typeface="Arial"/>
                <a:cs typeface="Arial"/>
              </a:defRPr>
            </a:pPr>
            <a:r>
              <a:rPr sz="975" b="1">
                <a:solidFill>
                  <a:srgbClr val="62708A"/>
                </a:solidFill>
                <a:latin typeface="Arial"/>
                <a:ea typeface="Arial"/>
                <a:cs typeface="Arial"/>
              </a:rPr>
              <a:t>FLEETPRO  ·  Semana 10</a:t>
            </a:r>
          </a:p>
        </p:txBody>
      </p:sp>
      <p:sp>
        <p:nvSpPr>
          <p:cNvPr id="6" name="">
            <a:extLst xmlns:a="http://schemas.openxmlformats.org/drawingml/2006/main">
              <a:ext uri="{FF2B5EF4-FFF2-40B4-BE49-F238E27FC236}">
                <a16:creationId xmlns:a16="http://schemas.microsoft.com/office/drawing/2014/main" id="{7D409FCB-2494-47DB-A38D-7562863AF9DC}"/>
              </a:ext>
            </a:extLst>
          </p:cNvPr>
          <p:cNvSpPr>
            <a:spLocks xmlns:a="http://schemas.openxmlformats.org/drawingml/2006/main" noGrp="1"/>
          </p:cNvSpPr>
          <p:nvPr/>
        </p:nvSpPr>
        <p:spPr>
          <a:xfrm xmlns:a="http://schemas.openxmlformats.org/drawingml/2006/main">
            <a:off x="11049000" y="63150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62708A"/>
                </a:solidFill>
                <a:latin typeface="Arial"/>
                <a:ea typeface="Arial"/>
                <a:cs typeface="Arial"/>
              </a:defRPr>
            </a:defPPr>
            <a:lvl1pPr algn="r">
              <a:defRPr sz="975" b="1">
                <a:solidFill>
                  <a:srgbClr val="62708A"/>
                </a:solidFill>
                <a:latin typeface="Arial"/>
                <a:ea typeface="Arial"/>
                <a:cs typeface="Arial"/>
              </a:defRPr>
            </a:lvl1pPr>
            <a:lvl2pPr algn="r">
              <a:defRPr sz="975" b="1">
                <a:solidFill>
                  <a:srgbClr val="62708A"/>
                </a:solidFill>
                <a:latin typeface="Arial"/>
                <a:ea typeface="Arial"/>
                <a:cs typeface="Arial"/>
              </a:defRPr>
            </a:lvl2pPr>
            <a:lvl3pPr algn="r">
              <a:defRPr sz="975" b="1">
                <a:solidFill>
                  <a:srgbClr val="62708A"/>
                </a:solidFill>
                <a:latin typeface="Arial"/>
                <a:ea typeface="Arial"/>
                <a:cs typeface="Arial"/>
              </a:defRPr>
            </a:lvl3pPr>
            <a:lvl4pPr algn="r">
              <a:defRPr sz="975" b="1">
                <a:solidFill>
                  <a:srgbClr val="62708A"/>
                </a:solidFill>
                <a:latin typeface="Arial"/>
                <a:ea typeface="Arial"/>
                <a:cs typeface="Arial"/>
              </a:defRPr>
            </a:lvl4pPr>
            <a:lvl5pPr algn="r">
              <a:defRPr sz="975" b="1">
                <a:solidFill>
                  <a:srgbClr val="62708A"/>
                </a:solidFill>
                <a:latin typeface="Arial"/>
                <a:ea typeface="Arial"/>
                <a:cs typeface="Arial"/>
              </a:defRPr>
            </a:lvl5pPr>
            <a:lvl6pPr algn="r">
              <a:defRPr sz="975" b="1">
                <a:solidFill>
                  <a:srgbClr val="62708A"/>
                </a:solidFill>
                <a:latin typeface="Arial"/>
                <a:ea typeface="Arial"/>
                <a:cs typeface="Arial"/>
              </a:defRPr>
            </a:lvl6pPr>
            <a:lvl7pPr algn="r">
              <a:defRPr sz="975" b="1">
                <a:solidFill>
                  <a:srgbClr val="62708A"/>
                </a:solidFill>
                <a:latin typeface="Arial"/>
                <a:ea typeface="Arial"/>
                <a:cs typeface="Arial"/>
              </a:defRPr>
            </a:lvl7pPr>
            <a:lvl8pPr algn="r">
              <a:defRPr sz="975" b="1">
                <a:solidFill>
                  <a:srgbClr val="62708A"/>
                </a:solidFill>
                <a:latin typeface="Arial"/>
                <a:ea typeface="Arial"/>
                <a:cs typeface="Arial"/>
              </a:defRPr>
            </a:lvl8pPr>
            <a:lvl9pPr algn="r">
              <a:defRPr sz="975" b="1">
                <a:solidFill>
                  <a:srgbClr val="62708A"/>
                </a:solidFill>
                <a:latin typeface="Arial"/>
                <a:ea typeface="Arial"/>
                <a:cs typeface="Arial"/>
              </a:defRPr>
            </a:lvl9pPr>
          </a:lstStyle>
          <a:p xmlns:a="http://schemas.openxmlformats.org/drawingml/2006/main">
            <a:pPr algn="r">
              <a:defRPr sz="975" b="1">
                <a:solidFill>
                  <a:srgbClr val="62708A"/>
                </a:solidFill>
                <a:latin typeface="Arial"/>
                <a:ea typeface="Arial"/>
                <a:cs typeface="Arial"/>
              </a:defRPr>
            </a:pPr>
            <a:r>
              <a:rPr sz="975" b="1">
                <a:solidFill>
                  <a:srgbClr val="62708A"/>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1EC8C3DE-9ADB-48AE-9400-D36EE488763E}"/>
              </a:ext>
            </a:extLst>
          </p:cNvPr>
          <p:cNvSpPr>
            <a:spLocks xmlns:a="http://schemas.openxmlformats.org/drawingml/2006/main" noGrp="1"/>
          </p:cNvSpPr>
          <p:nvPr/>
        </p:nvSpPr>
        <p:spPr>
          <a:xfrm xmlns:a="http://schemas.openxmlformats.org/drawingml/2006/main">
            <a:off x="609600" y="2190750"/>
            <a:ext cx="2000250" cy="196215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DCE3EF"/>
            </a:solidFill>
            <a:prstDash val="solid"/>
          </a:ln>
        </p:spPr>
      </p:sp>
      <p:sp>
        <p:nvSpPr>
          <p:cNvPr id="8" name="">
            <a:extLst xmlns:a="http://schemas.openxmlformats.org/drawingml/2006/main">
              <a:ext uri="{FF2B5EF4-FFF2-40B4-BE49-F238E27FC236}">
                <a16:creationId xmlns:a16="http://schemas.microsoft.com/office/drawing/2014/main" id="{E20CAACD-9E1C-4298-A3A4-0DC894244959}"/>
              </a:ext>
            </a:extLst>
          </p:cNvPr>
          <p:cNvSpPr>
            <a:spLocks xmlns:a="http://schemas.openxmlformats.org/drawingml/2006/main" noGrp="1"/>
          </p:cNvSpPr>
          <p:nvPr/>
        </p:nvSpPr>
        <p:spPr>
          <a:xfrm xmlns:a="http://schemas.openxmlformats.org/drawingml/2006/main">
            <a:off x="609600" y="2190750"/>
            <a:ext cx="2000250" cy="114300"/>
          </a:xfrm>
          <a:prstGeom xmlns:a="http://schemas.openxmlformats.org/drawingml/2006/main" prst="rect">
            <a:avLst/>
          </a:prstGeom>
          <a:solidFill xmlns:a="http://schemas.openxmlformats.org/drawingml/2006/main">
            <a:srgbClr val="101A3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014A1A-E200-4E5E-8AD6-29FA2D2194C3}"/>
              </a:ext>
            </a:extLst>
          </p:cNvPr>
          <p:cNvSpPr>
            <a:spLocks xmlns:a="http://schemas.openxmlformats.org/drawingml/2006/main" noGrp="1"/>
          </p:cNvSpPr>
          <p:nvPr/>
        </p:nvSpPr>
        <p:spPr>
          <a:xfrm xmlns:a="http://schemas.openxmlformats.org/drawingml/2006/main">
            <a:off x="781050" y="2533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5213C"/>
                </a:solidFill>
                <a:latin typeface="Arial"/>
                <a:ea typeface="Arial"/>
                <a:cs typeface="Arial"/>
              </a:defRPr>
            </a:defPPr>
            <a:lvl1pPr algn="ctr">
              <a:defRPr sz="1650" b="1">
                <a:solidFill>
                  <a:srgbClr val="15213C"/>
                </a:solidFill>
                <a:latin typeface="Arial"/>
                <a:ea typeface="Arial"/>
                <a:cs typeface="Arial"/>
              </a:defRPr>
            </a:lvl1pPr>
            <a:lvl2pPr algn="ctr">
              <a:defRPr sz="1650" b="1">
                <a:solidFill>
                  <a:srgbClr val="15213C"/>
                </a:solidFill>
                <a:latin typeface="Arial"/>
                <a:ea typeface="Arial"/>
                <a:cs typeface="Arial"/>
              </a:defRPr>
            </a:lvl2pPr>
            <a:lvl3pPr algn="ctr">
              <a:defRPr sz="1650" b="1">
                <a:solidFill>
                  <a:srgbClr val="15213C"/>
                </a:solidFill>
                <a:latin typeface="Arial"/>
                <a:ea typeface="Arial"/>
                <a:cs typeface="Arial"/>
              </a:defRPr>
            </a:lvl3pPr>
            <a:lvl4pPr algn="ctr">
              <a:defRPr sz="1650" b="1">
                <a:solidFill>
                  <a:srgbClr val="15213C"/>
                </a:solidFill>
                <a:latin typeface="Arial"/>
                <a:ea typeface="Arial"/>
                <a:cs typeface="Arial"/>
              </a:defRPr>
            </a:lvl4pPr>
            <a:lvl5pPr algn="ctr">
              <a:defRPr sz="1650" b="1">
                <a:solidFill>
                  <a:srgbClr val="15213C"/>
                </a:solidFill>
                <a:latin typeface="Arial"/>
                <a:ea typeface="Arial"/>
                <a:cs typeface="Arial"/>
              </a:defRPr>
            </a:lvl5pPr>
            <a:lvl6pPr algn="ctr">
              <a:defRPr sz="1650" b="1">
                <a:solidFill>
                  <a:srgbClr val="15213C"/>
                </a:solidFill>
                <a:latin typeface="Arial"/>
                <a:ea typeface="Arial"/>
                <a:cs typeface="Arial"/>
              </a:defRPr>
            </a:lvl6pPr>
            <a:lvl7pPr algn="ctr">
              <a:defRPr sz="1650" b="1">
                <a:solidFill>
                  <a:srgbClr val="15213C"/>
                </a:solidFill>
                <a:latin typeface="Arial"/>
                <a:ea typeface="Arial"/>
                <a:cs typeface="Arial"/>
              </a:defRPr>
            </a:lvl7pPr>
            <a:lvl8pPr algn="ctr">
              <a:defRPr sz="1650" b="1">
                <a:solidFill>
                  <a:srgbClr val="15213C"/>
                </a:solidFill>
                <a:latin typeface="Arial"/>
                <a:ea typeface="Arial"/>
                <a:cs typeface="Arial"/>
              </a:defRPr>
            </a:lvl8pPr>
            <a:lvl9pPr algn="ctr">
              <a:defRPr sz="1650" b="1">
                <a:solidFill>
                  <a:srgbClr val="15213C"/>
                </a:solidFill>
                <a:latin typeface="Arial"/>
                <a:ea typeface="Arial"/>
                <a:cs typeface="Arial"/>
              </a:defRPr>
            </a:lvl9pPr>
          </a:lstStyle>
          <a:p xmlns:a="http://schemas.openxmlformats.org/drawingml/2006/main">
            <a:pPr algn="ctr">
              <a:defRPr sz="1650" b="1">
                <a:solidFill>
                  <a:srgbClr val="15213C"/>
                </a:solidFill>
                <a:latin typeface="Arial"/>
                <a:ea typeface="Arial"/>
                <a:cs typeface="Arial"/>
              </a:defRPr>
            </a:pPr>
            <a:r>
              <a:rPr sz="1650" b="1">
                <a:solidFill>
                  <a:srgbClr val="15213C"/>
                </a:solidFill>
                <a:latin typeface="Arial"/>
                <a:ea typeface="Arial"/>
                <a:cs typeface="Arial"/>
              </a:rPr>
              <a:t>JSP</a:t>
            </a:r>
          </a:p>
        </p:txBody>
      </p:sp>
      <p:sp>
        <p:nvSpPr>
          <p:cNvPr id="10" name="">
            <a:extLst xmlns:a="http://schemas.openxmlformats.org/drawingml/2006/main">
              <a:ext uri="{FF2B5EF4-FFF2-40B4-BE49-F238E27FC236}">
                <a16:creationId xmlns:a16="http://schemas.microsoft.com/office/drawing/2014/main" id="{14101AE2-D9EF-4CD7-8D91-FCAB366A305E}"/>
              </a:ext>
            </a:extLst>
          </p:cNvPr>
          <p:cNvSpPr>
            <a:spLocks xmlns:a="http://schemas.openxmlformats.org/drawingml/2006/main" noGrp="1"/>
          </p:cNvSpPr>
          <p:nvPr/>
        </p:nvSpPr>
        <p:spPr>
          <a:xfrm xmlns:a="http://schemas.openxmlformats.org/drawingml/2006/main">
            <a:off x="781050" y="3067050"/>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62708A"/>
                </a:solidFill>
                <a:latin typeface="Arial"/>
                <a:ea typeface="Arial"/>
                <a:cs typeface="Arial"/>
              </a:defRPr>
            </a:defPPr>
            <a:lvl1pPr algn="ctr">
              <a:defRPr sz="1200" b="0">
                <a:solidFill>
                  <a:srgbClr val="62708A"/>
                </a:solidFill>
                <a:latin typeface="Arial"/>
                <a:ea typeface="Arial"/>
                <a:cs typeface="Arial"/>
              </a:defRPr>
            </a:lvl1pPr>
            <a:lvl2pPr algn="ctr">
              <a:defRPr sz="1200" b="0">
                <a:solidFill>
                  <a:srgbClr val="62708A"/>
                </a:solidFill>
                <a:latin typeface="Arial"/>
                <a:ea typeface="Arial"/>
                <a:cs typeface="Arial"/>
              </a:defRPr>
            </a:lvl2pPr>
            <a:lvl3pPr algn="ctr">
              <a:defRPr sz="1200" b="0">
                <a:solidFill>
                  <a:srgbClr val="62708A"/>
                </a:solidFill>
                <a:latin typeface="Arial"/>
                <a:ea typeface="Arial"/>
                <a:cs typeface="Arial"/>
              </a:defRPr>
            </a:lvl3pPr>
            <a:lvl4pPr algn="ctr">
              <a:defRPr sz="1200" b="0">
                <a:solidFill>
                  <a:srgbClr val="62708A"/>
                </a:solidFill>
                <a:latin typeface="Arial"/>
                <a:ea typeface="Arial"/>
                <a:cs typeface="Arial"/>
              </a:defRPr>
            </a:lvl4pPr>
            <a:lvl5pPr algn="ctr">
              <a:defRPr sz="1200" b="0">
                <a:solidFill>
                  <a:srgbClr val="62708A"/>
                </a:solidFill>
                <a:latin typeface="Arial"/>
                <a:ea typeface="Arial"/>
                <a:cs typeface="Arial"/>
              </a:defRPr>
            </a:lvl5pPr>
            <a:lvl6pPr algn="ctr">
              <a:defRPr sz="1200" b="0">
                <a:solidFill>
                  <a:srgbClr val="62708A"/>
                </a:solidFill>
                <a:latin typeface="Arial"/>
                <a:ea typeface="Arial"/>
                <a:cs typeface="Arial"/>
              </a:defRPr>
            </a:lvl6pPr>
            <a:lvl7pPr algn="ctr">
              <a:defRPr sz="1200" b="0">
                <a:solidFill>
                  <a:srgbClr val="62708A"/>
                </a:solidFill>
                <a:latin typeface="Arial"/>
                <a:ea typeface="Arial"/>
                <a:cs typeface="Arial"/>
              </a:defRPr>
            </a:lvl7pPr>
            <a:lvl8pPr algn="ctr">
              <a:defRPr sz="1200" b="0">
                <a:solidFill>
                  <a:srgbClr val="62708A"/>
                </a:solidFill>
                <a:latin typeface="Arial"/>
                <a:ea typeface="Arial"/>
                <a:cs typeface="Arial"/>
              </a:defRPr>
            </a:lvl8pPr>
            <a:lvl9pPr algn="ctr">
              <a:defRPr sz="1200" b="0">
                <a:solidFill>
                  <a:srgbClr val="62708A"/>
                </a:solidFill>
                <a:latin typeface="Arial"/>
                <a:ea typeface="Arial"/>
                <a:cs typeface="Arial"/>
              </a:defRPr>
            </a:lvl9pPr>
          </a:lstStyle>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solicitudes-servicio.jsp</a:t>
            </a:r>
          </a:p>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ventas-servicio.jsp</a:t>
            </a:r>
          </a:p>
        </p:txBody>
      </p:sp>
      <p:sp>
        <p:nvSpPr>
          <p:cNvPr id="11" name="">
            <a:extLst xmlns:a="http://schemas.openxmlformats.org/drawingml/2006/main">
              <a:ext uri="{FF2B5EF4-FFF2-40B4-BE49-F238E27FC236}">
                <a16:creationId xmlns:a16="http://schemas.microsoft.com/office/drawing/2014/main" id="{9F040DB2-03C1-4EDE-A5C0-0C45B37870D0}"/>
              </a:ext>
            </a:extLst>
          </p:cNvPr>
          <p:cNvSpPr>
            <a:spLocks xmlns:a="http://schemas.openxmlformats.org/drawingml/2006/main" noGrp="1"/>
          </p:cNvSpPr>
          <p:nvPr/>
        </p:nvSpPr>
        <p:spPr>
          <a:xfrm xmlns:a="http://schemas.openxmlformats.org/drawingml/2006/main">
            <a:off x="2609850" y="289560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2864E8"/>
                </a:solidFill>
                <a:latin typeface="Arial"/>
                <a:ea typeface="Arial"/>
                <a:cs typeface="Arial"/>
              </a:defRPr>
            </a:defPPr>
            <a:lvl1pPr algn="ctr">
              <a:defRPr sz="1650" b="1">
                <a:solidFill>
                  <a:srgbClr val="2864E8"/>
                </a:solidFill>
                <a:latin typeface="Arial"/>
                <a:ea typeface="Arial"/>
                <a:cs typeface="Arial"/>
              </a:defRPr>
            </a:lvl1pPr>
            <a:lvl2pPr algn="ctr">
              <a:defRPr sz="1650" b="1">
                <a:solidFill>
                  <a:srgbClr val="2864E8"/>
                </a:solidFill>
                <a:latin typeface="Arial"/>
                <a:ea typeface="Arial"/>
                <a:cs typeface="Arial"/>
              </a:defRPr>
            </a:lvl2pPr>
            <a:lvl3pPr algn="ctr">
              <a:defRPr sz="1650" b="1">
                <a:solidFill>
                  <a:srgbClr val="2864E8"/>
                </a:solidFill>
                <a:latin typeface="Arial"/>
                <a:ea typeface="Arial"/>
                <a:cs typeface="Arial"/>
              </a:defRPr>
            </a:lvl3pPr>
            <a:lvl4pPr algn="ctr">
              <a:defRPr sz="1650" b="1">
                <a:solidFill>
                  <a:srgbClr val="2864E8"/>
                </a:solidFill>
                <a:latin typeface="Arial"/>
                <a:ea typeface="Arial"/>
                <a:cs typeface="Arial"/>
              </a:defRPr>
            </a:lvl4pPr>
            <a:lvl5pPr algn="ctr">
              <a:defRPr sz="1650" b="1">
                <a:solidFill>
                  <a:srgbClr val="2864E8"/>
                </a:solidFill>
                <a:latin typeface="Arial"/>
                <a:ea typeface="Arial"/>
                <a:cs typeface="Arial"/>
              </a:defRPr>
            </a:lvl5pPr>
            <a:lvl6pPr algn="ctr">
              <a:defRPr sz="1650" b="1">
                <a:solidFill>
                  <a:srgbClr val="2864E8"/>
                </a:solidFill>
                <a:latin typeface="Arial"/>
                <a:ea typeface="Arial"/>
                <a:cs typeface="Arial"/>
              </a:defRPr>
            </a:lvl6pPr>
            <a:lvl7pPr algn="ctr">
              <a:defRPr sz="1650" b="1">
                <a:solidFill>
                  <a:srgbClr val="2864E8"/>
                </a:solidFill>
                <a:latin typeface="Arial"/>
                <a:ea typeface="Arial"/>
                <a:cs typeface="Arial"/>
              </a:defRPr>
            </a:lvl7pPr>
            <a:lvl8pPr algn="ctr">
              <a:defRPr sz="1650" b="1">
                <a:solidFill>
                  <a:srgbClr val="2864E8"/>
                </a:solidFill>
                <a:latin typeface="Arial"/>
                <a:ea typeface="Arial"/>
                <a:cs typeface="Arial"/>
              </a:defRPr>
            </a:lvl8pPr>
            <a:lvl9pPr algn="ctr">
              <a:defRPr sz="1650" b="1">
                <a:solidFill>
                  <a:srgbClr val="2864E8"/>
                </a:solidFill>
                <a:latin typeface="Arial"/>
                <a:ea typeface="Arial"/>
                <a:cs typeface="Arial"/>
              </a:defRPr>
            </a:lvl9pPr>
          </a:lstStyle>
          <a:p xmlns:a="http://schemas.openxmlformats.org/drawingml/2006/main">
            <a:pPr algn="ctr">
              <a:defRPr sz="1650" b="1">
                <a:solidFill>
                  <a:srgbClr val="2864E8"/>
                </a:solidFill>
                <a:latin typeface="Arial"/>
                <a:ea typeface="Arial"/>
                <a:cs typeface="Arial"/>
              </a:defRPr>
            </a:pPr>
            <a:r>
              <a:rPr sz="1650" b="1">
                <a:solidFill>
                  <a:srgbClr val="2864E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74B1B9C-09BC-4937-AEB2-816F35E183E7}"/>
              </a:ext>
            </a:extLst>
          </p:cNvPr>
          <p:cNvSpPr>
            <a:spLocks xmlns:a="http://schemas.openxmlformats.org/drawingml/2006/main" noGrp="1"/>
          </p:cNvSpPr>
          <p:nvPr/>
        </p:nvSpPr>
        <p:spPr>
          <a:xfrm xmlns:a="http://schemas.openxmlformats.org/drawingml/2006/main">
            <a:off x="2876550" y="2190750"/>
            <a:ext cx="2000250" cy="196215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DCE3EF"/>
            </a:solidFill>
            <a:prstDash val="solid"/>
          </a:ln>
        </p:spPr>
      </p:sp>
      <p:sp>
        <p:nvSpPr>
          <p:cNvPr id="13" name="">
            <a:extLst xmlns:a="http://schemas.openxmlformats.org/drawingml/2006/main">
              <a:ext uri="{FF2B5EF4-FFF2-40B4-BE49-F238E27FC236}">
                <a16:creationId xmlns:a16="http://schemas.microsoft.com/office/drawing/2014/main" id="{E11825B5-9D4E-44BD-9C9B-C15BD4F83326}"/>
              </a:ext>
            </a:extLst>
          </p:cNvPr>
          <p:cNvSpPr>
            <a:spLocks xmlns:a="http://schemas.openxmlformats.org/drawingml/2006/main" noGrp="1"/>
          </p:cNvSpPr>
          <p:nvPr/>
        </p:nvSpPr>
        <p:spPr>
          <a:xfrm xmlns:a="http://schemas.openxmlformats.org/drawingml/2006/main">
            <a:off x="2876550" y="2190750"/>
            <a:ext cx="2000250" cy="114300"/>
          </a:xfrm>
          <a:prstGeom xmlns:a="http://schemas.openxmlformats.org/drawingml/2006/main" prst="rect">
            <a:avLst/>
          </a:prstGeom>
          <a:solidFill xmlns:a="http://schemas.openxmlformats.org/drawingml/2006/main">
            <a:srgbClr val="2864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E397863-CE42-4BF0-8080-B98A38C237BC}"/>
              </a:ext>
            </a:extLst>
          </p:cNvPr>
          <p:cNvSpPr>
            <a:spLocks xmlns:a="http://schemas.openxmlformats.org/drawingml/2006/main" noGrp="1"/>
          </p:cNvSpPr>
          <p:nvPr/>
        </p:nvSpPr>
        <p:spPr>
          <a:xfrm xmlns:a="http://schemas.openxmlformats.org/drawingml/2006/main">
            <a:off x="3048000" y="2533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5213C"/>
                </a:solidFill>
                <a:latin typeface="Arial"/>
                <a:ea typeface="Arial"/>
                <a:cs typeface="Arial"/>
              </a:defRPr>
            </a:defPPr>
            <a:lvl1pPr algn="ctr">
              <a:defRPr sz="1650" b="1">
                <a:solidFill>
                  <a:srgbClr val="15213C"/>
                </a:solidFill>
                <a:latin typeface="Arial"/>
                <a:ea typeface="Arial"/>
                <a:cs typeface="Arial"/>
              </a:defRPr>
            </a:lvl1pPr>
            <a:lvl2pPr algn="ctr">
              <a:defRPr sz="1650" b="1">
                <a:solidFill>
                  <a:srgbClr val="15213C"/>
                </a:solidFill>
                <a:latin typeface="Arial"/>
                <a:ea typeface="Arial"/>
                <a:cs typeface="Arial"/>
              </a:defRPr>
            </a:lvl2pPr>
            <a:lvl3pPr algn="ctr">
              <a:defRPr sz="1650" b="1">
                <a:solidFill>
                  <a:srgbClr val="15213C"/>
                </a:solidFill>
                <a:latin typeface="Arial"/>
                <a:ea typeface="Arial"/>
                <a:cs typeface="Arial"/>
              </a:defRPr>
            </a:lvl3pPr>
            <a:lvl4pPr algn="ctr">
              <a:defRPr sz="1650" b="1">
                <a:solidFill>
                  <a:srgbClr val="15213C"/>
                </a:solidFill>
                <a:latin typeface="Arial"/>
                <a:ea typeface="Arial"/>
                <a:cs typeface="Arial"/>
              </a:defRPr>
            </a:lvl4pPr>
            <a:lvl5pPr algn="ctr">
              <a:defRPr sz="1650" b="1">
                <a:solidFill>
                  <a:srgbClr val="15213C"/>
                </a:solidFill>
                <a:latin typeface="Arial"/>
                <a:ea typeface="Arial"/>
                <a:cs typeface="Arial"/>
              </a:defRPr>
            </a:lvl5pPr>
            <a:lvl6pPr algn="ctr">
              <a:defRPr sz="1650" b="1">
                <a:solidFill>
                  <a:srgbClr val="15213C"/>
                </a:solidFill>
                <a:latin typeface="Arial"/>
                <a:ea typeface="Arial"/>
                <a:cs typeface="Arial"/>
              </a:defRPr>
            </a:lvl6pPr>
            <a:lvl7pPr algn="ctr">
              <a:defRPr sz="1650" b="1">
                <a:solidFill>
                  <a:srgbClr val="15213C"/>
                </a:solidFill>
                <a:latin typeface="Arial"/>
                <a:ea typeface="Arial"/>
                <a:cs typeface="Arial"/>
              </a:defRPr>
            </a:lvl7pPr>
            <a:lvl8pPr algn="ctr">
              <a:defRPr sz="1650" b="1">
                <a:solidFill>
                  <a:srgbClr val="15213C"/>
                </a:solidFill>
                <a:latin typeface="Arial"/>
                <a:ea typeface="Arial"/>
                <a:cs typeface="Arial"/>
              </a:defRPr>
            </a:lvl8pPr>
            <a:lvl9pPr algn="ctr">
              <a:defRPr sz="1650" b="1">
                <a:solidFill>
                  <a:srgbClr val="15213C"/>
                </a:solidFill>
                <a:latin typeface="Arial"/>
                <a:ea typeface="Arial"/>
                <a:cs typeface="Arial"/>
              </a:defRPr>
            </a:lvl9pPr>
          </a:lstStyle>
          <a:p xmlns:a="http://schemas.openxmlformats.org/drawingml/2006/main">
            <a:pPr algn="ctr">
              <a:defRPr sz="1650" b="1">
                <a:solidFill>
                  <a:srgbClr val="15213C"/>
                </a:solidFill>
                <a:latin typeface="Arial"/>
                <a:ea typeface="Arial"/>
                <a:cs typeface="Arial"/>
              </a:defRPr>
            </a:pPr>
            <a:r>
              <a:rPr sz="1650" b="1">
                <a:solidFill>
                  <a:srgbClr val="15213C"/>
                </a:solidFill>
                <a:latin typeface="Arial"/>
                <a:ea typeface="Arial"/>
                <a:cs typeface="Arial"/>
              </a:rPr>
              <a:t>Servlet</a:t>
            </a:r>
          </a:p>
        </p:txBody>
      </p:sp>
      <p:sp>
        <p:nvSpPr>
          <p:cNvPr id="15" name="">
            <a:extLst xmlns:a="http://schemas.openxmlformats.org/drawingml/2006/main">
              <a:ext uri="{FF2B5EF4-FFF2-40B4-BE49-F238E27FC236}">
                <a16:creationId xmlns:a16="http://schemas.microsoft.com/office/drawing/2014/main" id="{26082E02-1DA2-4D29-8A0A-6D2AA92A4228}"/>
              </a:ext>
            </a:extLst>
          </p:cNvPr>
          <p:cNvSpPr>
            <a:spLocks xmlns:a="http://schemas.openxmlformats.org/drawingml/2006/main" noGrp="1"/>
          </p:cNvSpPr>
          <p:nvPr/>
        </p:nvSpPr>
        <p:spPr>
          <a:xfrm xmlns:a="http://schemas.openxmlformats.org/drawingml/2006/main">
            <a:off x="3048000" y="3067050"/>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62708A"/>
                </a:solidFill>
                <a:latin typeface="Arial"/>
                <a:ea typeface="Arial"/>
                <a:cs typeface="Arial"/>
              </a:defRPr>
            </a:defPPr>
            <a:lvl1pPr algn="ctr">
              <a:defRPr sz="1200" b="0">
                <a:solidFill>
                  <a:srgbClr val="62708A"/>
                </a:solidFill>
                <a:latin typeface="Arial"/>
                <a:ea typeface="Arial"/>
                <a:cs typeface="Arial"/>
              </a:defRPr>
            </a:lvl1pPr>
            <a:lvl2pPr algn="ctr">
              <a:defRPr sz="1200" b="0">
                <a:solidFill>
                  <a:srgbClr val="62708A"/>
                </a:solidFill>
                <a:latin typeface="Arial"/>
                <a:ea typeface="Arial"/>
                <a:cs typeface="Arial"/>
              </a:defRPr>
            </a:lvl2pPr>
            <a:lvl3pPr algn="ctr">
              <a:defRPr sz="1200" b="0">
                <a:solidFill>
                  <a:srgbClr val="62708A"/>
                </a:solidFill>
                <a:latin typeface="Arial"/>
                <a:ea typeface="Arial"/>
                <a:cs typeface="Arial"/>
              </a:defRPr>
            </a:lvl3pPr>
            <a:lvl4pPr algn="ctr">
              <a:defRPr sz="1200" b="0">
                <a:solidFill>
                  <a:srgbClr val="62708A"/>
                </a:solidFill>
                <a:latin typeface="Arial"/>
                <a:ea typeface="Arial"/>
                <a:cs typeface="Arial"/>
              </a:defRPr>
            </a:lvl4pPr>
            <a:lvl5pPr algn="ctr">
              <a:defRPr sz="1200" b="0">
                <a:solidFill>
                  <a:srgbClr val="62708A"/>
                </a:solidFill>
                <a:latin typeface="Arial"/>
                <a:ea typeface="Arial"/>
                <a:cs typeface="Arial"/>
              </a:defRPr>
            </a:lvl5pPr>
            <a:lvl6pPr algn="ctr">
              <a:defRPr sz="1200" b="0">
                <a:solidFill>
                  <a:srgbClr val="62708A"/>
                </a:solidFill>
                <a:latin typeface="Arial"/>
                <a:ea typeface="Arial"/>
                <a:cs typeface="Arial"/>
              </a:defRPr>
            </a:lvl6pPr>
            <a:lvl7pPr algn="ctr">
              <a:defRPr sz="1200" b="0">
                <a:solidFill>
                  <a:srgbClr val="62708A"/>
                </a:solidFill>
                <a:latin typeface="Arial"/>
                <a:ea typeface="Arial"/>
                <a:cs typeface="Arial"/>
              </a:defRPr>
            </a:lvl7pPr>
            <a:lvl8pPr algn="ctr">
              <a:defRPr sz="1200" b="0">
                <a:solidFill>
                  <a:srgbClr val="62708A"/>
                </a:solidFill>
                <a:latin typeface="Arial"/>
                <a:ea typeface="Arial"/>
                <a:cs typeface="Arial"/>
              </a:defRPr>
            </a:lvl8pPr>
            <a:lvl9pPr algn="ctr">
              <a:defRPr sz="1200" b="0">
                <a:solidFill>
                  <a:srgbClr val="62708A"/>
                </a:solidFill>
                <a:latin typeface="Arial"/>
                <a:ea typeface="Arial"/>
                <a:cs typeface="Arial"/>
              </a:defRPr>
            </a:lvl9pPr>
          </a:lstStyle>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validación · sesión admin</a:t>
            </a:r>
          </a:p>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acciones · mensajes</a:t>
            </a:r>
          </a:p>
        </p:txBody>
      </p:sp>
      <p:sp>
        <p:nvSpPr>
          <p:cNvPr id="16" name="">
            <a:extLst xmlns:a="http://schemas.openxmlformats.org/drawingml/2006/main">
              <a:ext uri="{FF2B5EF4-FFF2-40B4-BE49-F238E27FC236}">
                <a16:creationId xmlns:a16="http://schemas.microsoft.com/office/drawing/2014/main" id="{E8FF00A1-4F04-4276-8F1B-7EDA51059E39}"/>
              </a:ext>
            </a:extLst>
          </p:cNvPr>
          <p:cNvSpPr>
            <a:spLocks xmlns:a="http://schemas.openxmlformats.org/drawingml/2006/main" noGrp="1"/>
          </p:cNvSpPr>
          <p:nvPr/>
        </p:nvSpPr>
        <p:spPr>
          <a:xfrm xmlns:a="http://schemas.openxmlformats.org/drawingml/2006/main">
            <a:off x="4876800" y="289560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2864E8"/>
                </a:solidFill>
                <a:latin typeface="Arial"/>
                <a:ea typeface="Arial"/>
                <a:cs typeface="Arial"/>
              </a:defRPr>
            </a:defPPr>
            <a:lvl1pPr algn="ctr">
              <a:defRPr sz="1650" b="1">
                <a:solidFill>
                  <a:srgbClr val="2864E8"/>
                </a:solidFill>
                <a:latin typeface="Arial"/>
                <a:ea typeface="Arial"/>
                <a:cs typeface="Arial"/>
              </a:defRPr>
            </a:lvl1pPr>
            <a:lvl2pPr algn="ctr">
              <a:defRPr sz="1650" b="1">
                <a:solidFill>
                  <a:srgbClr val="2864E8"/>
                </a:solidFill>
                <a:latin typeface="Arial"/>
                <a:ea typeface="Arial"/>
                <a:cs typeface="Arial"/>
              </a:defRPr>
            </a:lvl2pPr>
            <a:lvl3pPr algn="ctr">
              <a:defRPr sz="1650" b="1">
                <a:solidFill>
                  <a:srgbClr val="2864E8"/>
                </a:solidFill>
                <a:latin typeface="Arial"/>
                <a:ea typeface="Arial"/>
                <a:cs typeface="Arial"/>
              </a:defRPr>
            </a:lvl3pPr>
            <a:lvl4pPr algn="ctr">
              <a:defRPr sz="1650" b="1">
                <a:solidFill>
                  <a:srgbClr val="2864E8"/>
                </a:solidFill>
                <a:latin typeface="Arial"/>
                <a:ea typeface="Arial"/>
                <a:cs typeface="Arial"/>
              </a:defRPr>
            </a:lvl4pPr>
            <a:lvl5pPr algn="ctr">
              <a:defRPr sz="1650" b="1">
                <a:solidFill>
                  <a:srgbClr val="2864E8"/>
                </a:solidFill>
                <a:latin typeface="Arial"/>
                <a:ea typeface="Arial"/>
                <a:cs typeface="Arial"/>
              </a:defRPr>
            </a:lvl5pPr>
            <a:lvl6pPr algn="ctr">
              <a:defRPr sz="1650" b="1">
                <a:solidFill>
                  <a:srgbClr val="2864E8"/>
                </a:solidFill>
                <a:latin typeface="Arial"/>
                <a:ea typeface="Arial"/>
                <a:cs typeface="Arial"/>
              </a:defRPr>
            </a:lvl6pPr>
            <a:lvl7pPr algn="ctr">
              <a:defRPr sz="1650" b="1">
                <a:solidFill>
                  <a:srgbClr val="2864E8"/>
                </a:solidFill>
                <a:latin typeface="Arial"/>
                <a:ea typeface="Arial"/>
                <a:cs typeface="Arial"/>
              </a:defRPr>
            </a:lvl7pPr>
            <a:lvl8pPr algn="ctr">
              <a:defRPr sz="1650" b="1">
                <a:solidFill>
                  <a:srgbClr val="2864E8"/>
                </a:solidFill>
                <a:latin typeface="Arial"/>
                <a:ea typeface="Arial"/>
                <a:cs typeface="Arial"/>
              </a:defRPr>
            </a:lvl8pPr>
            <a:lvl9pPr algn="ctr">
              <a:defRPr sz="1650" b="1">
                <a:solidFill>
                  <a:srgbClr val="2864E8"/>
                </a:solidFill>
                <a:latin typeface="Arial"/>
                <a:ea typeface="Arial"/>
                <a:cs typeface="Arial"/>
              </a:defRPr>
            </a:lvl9pPr>
          </a:lstStyle>
          <a:p xmlns:a="http://schemas.openxmlformats.org/drawingml/2006/main">
            <a:pPr algn="ctr">
              <a:defRPr sz="1650" b="1">
                <a:solidFill>
                  <a:srgbClr val="2864E8"/>
                </a:solidFill>
                <a:latin typeface="Arial"/>
                <a:ea typeface="Arial"/>
                <a:cs typeface="Arial"/>
              </a:defRPr>
            </a:pPr>
            <a:r>
              <a:rPr sz="1650" b="1">
                <a:solidFill>
                  <a:srgbClr val="2864E8"/>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7251C540-B748-494C-B0CC-2FC299976275}"/>
              </a:ext>
            </a:extLst>
          </p:cNvPr>
          <p:cNvSpPr>
            <a:spLocks xmlns:a="http://schemas.openxmlformats.org/drawingml/2006/main" noGrp="1"/>
          </p:cNvSpPr>
          <p:nvPr/>
        </p:nvSpPr>
        <p:spPr>
          <a:xfrm xmlns:a="http://schemas.openxmlformats.org/drawingml/2006/main">
            <a:off x="5143500" y="2190750"/>
            <a:ext cx="2000250" cy="196215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DCE3EF"/>
            </a:solidFill>
            <a:prstDash val="solid"/>
          </a:ln>
        </p:spPr>
      </p:sp>
      <p:sp>
        <p:nvSpPr>
          <p:cNvPr id="18" name="">
            <a:extLst xmlns:a="http://schemas.openxmlformats.org/drawingml/2006/main">
              <a:ext uri="{FF2B5EF4-FFF2-40B4-BE49-F238E27FC236}">
                <a16:creationId xmlns:a16="http://schemas.microsoft.com/office/drawing/2014/main" id="{91063D99-71E9-478A-8BC8-B8EC2E71A6C3}"/>
              </a:ext>
            </a:extLst>
          </p:cNvPr>
          <p:cNvSpPr>
            <a:spLocks xmlns:a="http://schemas.openxmlformats.org/drawingml/2006/main" noGrp="1"/>
          </p:cNvSpPr>
          <p:nvPr/>
        </p:nvSpPr>
        <p:spPr>
          <a:xfrm xmlns:a="http://schemas.openxmlformats.org/drawingml/2006/main">
            <a:off x="5143500" y="2190750"/>
            <a:ext cx="2000250" cy="114300"/>
          </a:xfrm>
          <a:prstGeom xmlns:a="http://schemas.openxmlformats.org/drawingml/2006/main" prst="rect">
            <a:avLst/>
          </a:prstGeom>
          <a:solidFill xmlns:a="http://schemas.openxmlformats.org/drawingml/2006/main">
            <a:srgbClr val="52B1F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4C8FF1A-B8C0-4DDD-8F70-86277B5A787E}"/>
              </a:ext>
            </a:extLst>
          </p:cNvPr>
          <p:cNvSpPr>
            <a:spLocks xmlns:a="http://schemas.openxmlformats.org/drawingml/2006/main" noGrp="1"/>
          </p:cNvSpPr>
          <p:nvPr/>
        </p:nvSpPr>
        <p:spPr>
          <a:xfrm xmlns:a="http://schemas.openxmlformats.org/drawingml/2006/main">
            <a:off x="5314950" y="2533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5213C"/>
                </a:solidFill>
                <a:latin typeface="Arial"/>
                <a:ea typeface="Arial"/>
                <a:cs typeface="Arial"/>
              </a:defRPr>
            </a:defPPr>
            <a:lvl1pPr algn="ctr">
              <a:defRPr sz="1650" b="1">
                <a:solidFill>
                  <a:srgbClr val="15213C"/>
                </a:solidFill>
                <a:latin typeface="Arial"/>
                <a:ea typeface="Arial"/>
                <a:cs typeface="Arial"/>
              </a:defRPr>
            </a:lvl1pPr>
            <a:lvl2pPr algn="ctr">
              <a:defRPr sz="1650" b="1">
                <a:solidFill>
                  <a:srgbClr val="15213C"/>
                </a:solidFill>
                <a:latin typeface="Arial"/>
                <a:ea typeface="Arial"/>
                <a:cs typeface="Arial"/>
              </a:defRPr>
            </a:lvl2pPr>
            <a:lvl3pPr algn="ctr">
              <a:defRPr sz="1650" b="1">
                <a:solidFill>
                  <a:srgbClr val="15213C"/>
                </a:solidFill>
                <a:latin typeface="Arial"/>
                <a:ea typeface="Arial"/>
                <a:cs typeface="Arial"/>
              </a:defRPr>
            </a:lvl3pPr>
            <a:lvl4pPr algn="ctr">
              <a:defRPr sz="1650" b="1">
                <a:solidFill>
                  <a:srgbClr val="15213C"/>
                </a:solidFill>
                <a:latin typeface="Arial"/>
                <a:ea typeface="Arial"/>
                <a:cs typeface="Arial"/>
              </a:defRPr>
            </a:lvl4pPr>
            <a:lvl5pPr algn="ctr">
              <a:defRPr sz="1650" b="1">
                <a:solidFill>
                  <a:srgbClr val="15213C"/>
                </a:solidFill>
                <a:latin typeface="Arial"/>
                <a:ea typeface="Arial"/>
                <a:cs typeface="Arial"/>
              </a:defRPr>
            </a:lvl5pPr>
            <a:lvl6pPr algn="ctr">
              <a:defRPr sz="1650" b="1">
                <a:solidFill>
                  <a:srgbClr val="15213C"/>
                </a:solidFill>
                <a:latin typeface="Arial"/>
                <a:ea typeface="Arial"/>
                <a:cs typeface="Arial"/>
              </a:defRPr>
            </a:lvl6pPr>
            <a:lvl7pPr algn="ctr">
              <a:defRPr sz="1650" b="1">
                <a:solidFill>
                  <a:srgbClr val="15213C"/>
                </a:solidFill>
                <a:latin typeface="Arial"/>
                <a:ea typeface="Arial"/>
                <a:cs typeface="Arial"/>
              </a:defRPr>
            </a:lvl7pPr>
            <a:lvl8pPr algn="ctr">
              <a:defRPr sz="1650" b="1">
                <a:solidFill>
                  <a:srgbClr val="15213C"/>
                </a:solidFill>
                <a:latin typeface="Arial"/>
                <a:ea typeface="Arial"/>
                <a:cs typeface="Arial"/>
              </a:defRPr>
            </a:lvl8pPr>
            <a:lvl9pPr algn="ctr">
              <a:defRPr sz="1650" b="1">
                <a:solidFill>
                  <a:srgbClr val="15213C"/>
                </a:solidFill>
                <a:latin typeface="Arial"/>
                <a:ea typeface="Arial"/>
                <a:cs typeface="Arial"/>
              </a:defRPr>
            </a:lvl9pPr>
          </a:lstStyle>
          <a:p xmlns:a="http://schemas.openxmlformats.org/drawingml/2006/main">
            <a:pPr algn="ctr">
              <a:defRPr sz="1650" b="1">
                <a:solidFill>
                  <a:srgbClr val="15213C"/>
                </a:solidFill>
                <a:latin typeface="Arial"/>
                <a:ea typeface="Arial"/>
                <a:cs typeface="Arial"/>
              </a:defRPr>
            </a:pPr>
            <a:r>
              <a:rPr sz="1650" b="1">
                <a:solidFill>
                  <a:srgbClr val="15213C"/>
                </a:solidFill>
                <a:latin typeface="Arial"/>
                <a:ea typeface="Arial"/>
                <a:cs typeface="Arial"/>
              </a:rPr>
              <a:t>Repository</a:t>
            </a:r>
          </a:p>
        </p:txBody>
      </p:sp>
      <p:sp>
        <p:nvSpPr>
          <p:cNvPr id="20" name="">
            <a:extLst xmlns:a="http://schemas.openxmlformats.org/drawingml/2006/main">
              <a:ext uri="{FF2B5EF4-FFF2-40B4-BE49-F238E27FC236}">
                <a16:creationId xmlns:a16="http://schemas.microsoft.com/office/drawing/2014/main" id="{6FDDEFEC-3E20-40E5-B367-C9FC1C8858B1}"/>
              </a:ext>
            </a:extLst>
          </p:cNvPr>
          <p:cNvSpPr>
            <a:spLocks xmlns:a="http://schemas.openxmlformats.org/drawingml/2006/main" noGrp="1"/>
          </p:cNvSpPr>
          <p:nvPr/>
        </p:nvSpPr>
        <p:spPr>
          <a:xfrm xmlns:a="http://schemas.openxmlformats.org/drawingml/2006/main">
            <a:off x="5314950" y="3067050"/>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62708A"/>
                </a:solidFill>
                <a:latin typeface="Arial"/>
                <a:ea typeface="Arial"/>
                <a:cs typeface="Arial"/>
              </a:defRPr>
            </a:defPPr>
            <a:lvl1pPr algn="ctr">
              <a:defRPr sz="1200" b="0">
                <a:solidFill>
                  <a:srgbClr val="62708A"/>
                </a:solidFill>
                <a:latin typeface="Arial"/>
                <a:ea typeface="Arial"/>
                <a:cs typeface="Arial"/>
              </a:defRPr>
            </a:lvl1pPr>
            <a:lvl2pPr algn="ctr">
              <a:defRPr sz="1200" b="0">
                <a:solidFill>
                  <a:srgbClr val="62708A"/>
                </a:solidFill>
                <a:latin typeface="Arial"/>
                <a:ea typeface="Arial"/>
                <a:cs typeface="Arial"/>
              </a:defRPr>
            </a:lvl2pPr>
            <a:lvl3pPr algn="ctr">
              <a:defRPr sz="1200" b="0">
                <a:solidFill>
                  <a:srgbClr val="62708A"/>
                </a:solidFill>
                <a:latin typeface="Arial"/>
                <a:ea typeface="Arial"/>
                <a:cs typeface="Arial"/>
              </a:defRPr>
            </a:lvl3pPr>
            <a:lvl4pPr algn="ctr">
              <a:defRPr sz="1200" b="0">
                <a:solidFill>
                  <a:srgbClr val="62708A"/>
                </a:solidFill>
                <a:latin typeface="Arial"/>
                <a:ea typeface="Arial"/>
                <a:cs typeface="Arial"/>
              </a:defRPr>
            </a:lvl4pPr>
            <a:lvl5pPr algn="ctr">
              <a:defRPr sz="1200" b="0">
                <a:solidFill>
                  <a:srgbClr val="62708A"/>
                </a:solidFill>
                <a:latin typeface="Arial"/>
                <a:ea typeface="Arial"/>
                <a:cs typeface="Arial"/>
              </a:defRPr>
            </a:lvl5pPr>
            <a:lvl6pPr algn="ctr">
              <a:defRPr sz="1200" b="0">
                <a:solidFill>
                  <a:srgbClr val="62708A"/>
                </a:solidFill>
                <a:latin typeface="Arial"/>
                <a:ea typeface="Arial"/>
                <a:cs typeface="Arial"/>
              </a:defRPr>
            </a:lvl6pPr>
            <a:lvl7pPr algn="ctr">
              <a:defRPr sz="1200" b="0">
                <a:solidFill>
                  <a:srgbClr val="62708A"/>
                </a:solidFill>
                <a:latin typeface="Arial"/>
                <a:ea typeface="Arial"/>
                <a:cs typeface="Arial"/>
              </a:defRPr>
            </a:lvl7pPr>
            <a:lvl8pPr algn="ctr">
              <a:defRPr sz="1200" b="0">
                <a:solidFill>
                  <a:srgbClr val="62708A"/>
                </a:solidFill>
                <a:latin typeface="Arial"/>
                <a:ea typeface="Arial"/>
                <a:cs typeface="Arial"/>
              </a:defRPr>
            </a:lvl8pPr>
            <a:lvl9pPr algn="ctr">
              <a:defRPr sz="1200" b="0">
                <a:solidFill>
                  <a:srgbClr val="62708A"/>
                </a:solidFill>
                <a:latin typeface="Arial"/>
                <a:ea typeface="Arial"/>
                <a:cs typeface="Arial"/>
              </a:defRPr>
            </a:lvl9pPr>
          </a:lstStyle>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interfaces desacopladas</a:t>
            </a:r>
          </a:p>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contratos de persistencia</a:t>
            </a:r>
          </a:p>
        </p:txBody>
      </p:sp>
      <p:sp>
        <p:nvSpPr>
          <p:cNvPr id="21" name="">
            <a:extLst xmlns:a="http://schemas.openxmlformats.org/drawingml/2006/main">
              <a:ext uri="{FF2B5EF4-FFF2-40B4-BE49-F238E27FC236}">
                <a16:creationId xmlns:a16="http://schemas.microsoft.com/office/drawing/2014/main" id="{509E2355-933A-4854-B69B-FF6B3656065C}"/>
              </a:ext>
            </a:extLst>
          </p:cNvPr>
          <p:cNvSpPr>
            <a:spLocks xmlns:a="http://schemas.openxmlformats.org/drawingml/2006/main" noGrp="1"/>
          </p:cNvSpPr>
          <p:nvPr/>
        </p:nvSpPr>
        <p:spPr>
          <a:xfrm xmlns:a="http://schemas.openxmlformats.org/drawingml/2006/main">
            <a:off x="7143750" y="289560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2864E8"/>
                </a:solidFill>
                <a:latin typeface="Arial"/>
                <a:ea typeface="Arial"/>
                <a:cs typeface="Arial"/>
              </a:defRPr>
            </a:defPPr>
            <a:lvl1pPr algn="ctr">
              <a:defRPr sz="1650" b="1">
                <a:solidFill>
                  <a:srgbClr val="2864E8"/>
                </a:solidFill>
                <a:latin typeface="Arial"/>
                <a:ea typeface="Arial"/>
                <a:cs typeface="Arial"/>
              </a:defRPr>
            </a:lvl1pPr>
            <a:lvl2pPr algn="ctr">
              <a:defRPr sz="1650" b="1">
                <a:solidFill>
                  <a:srgbClr val="2864E8"/>
                </a:solidFill>
                <a:latin typeface="Arial"/>
                <a:ea typeface="Arial"/>
                <a:cs typeface="Arial"/>
              </a:defRPr>
            </a:lvl2pPr>
            <a:lvl3pPr algn="ctr">
              <a:defRPr sz="1650" b="1">
                <a:solidFill>
                  <a:srgbClr val="2864E8"/>
                </a:solidFill>
                <a:latin typeface="Arial"/>
                <a:ea typeface="Arial"/>
                <a:cs typeface="Arial"/>
              </a:defRPr>
            </a:lvl3pPr>
            <a:lvl4pPr algn="ctr">
              <a:defRPr sz="1650" b="1">
                <a:solidFill>
                  <a:srgbClr val="2864E8"/>
                </a:solidFill>
                <a:latin typeface="Arial"/>
                <a:ea typeface="Arial"/>
                <a:cs typeface="Arial"/>
              </a:defRPr>
            </a:lvl4pPr>
            <a:lvl5pPr algn="ctr">
              <a:defRPr sz="1650" b="1">
                <a:solidFill>
                  <a:srgbClr val="2864E8"/>
                </a:solidFill>
                <a:latin typeface="Arial"/>
                <a:ea typeface="Arial"/>
                <a:cs typeface="Arial"/>
              </a:defRPr>
            </a:lvl5pPr>
            <a:lvl6pPr algn="ctr">
              <a:defRPr sz="1650" b="1">
                <a:solidFill>
                  <a:srgbClr val="2864E8"/>
                </a:solidFill>
                <a:latin typeface="Arial"/>
                <a:ea typeface="Arial"/>
                <a:cs typeface="Arial"/>
              </a:defRPr>
            </a:lvl6pPr>
            <a:lvl7pPr algn="ctr">
              <a:defRPr sz="1650" b="1">
                <a:solidFill>
                  <a:srgbClr val="2864E8"/>
                </a:solidFill>
                <a:latin typeface="Arial"/>
                <a:ea typeface="Arial"/>
                <a:cs typeface="Arial"/>
              </a:defRPr>
            </a:lvl7pPr>
            <a:lvl8pPr algn="ctr">
              <a:defRPr sz="1650" b="1">
                <a:solidFill>
                  <a:srgbClr val="2864E8"/>
                </a:solidFill>
                <a:latin typeface="Arial"/>
                <a:ea typeface="Arial"/>
                <a:cs typeface="Arial"/>
              </a:defRPr>
            </a:lvl8pPr>
            <a:lvl9pPr algn="ctr">
              <a:defRPr sz="1650" b="1">
                <a:solidFill>
                  <a:srgbClr val="2864E8"/>
                </a:solidFill>
                <a:latin typeface="Arial"/>
                <a:ea typeface="Arial"/>
                <a:cs typeface="Arial"/>
              </a:defRPr>
            </a:lvl9pPr>
          </a:lstStyle>
          <a:p xmlns:a="http://schemas.openxmlformats.org/drawingml/2006/main">
            <a:pPr algn="ctr">
              <a:defRPr sz="1650" b="1">
                <a:solidFill>
                  <a:srgbClr val="2864E8"/>
                </a:solidFill>
                <a:latin typeface="Arial"/>
                <a:ea typeface="Arial"/>
                <a:cs typeface="Arial"/>
              </a:defRPr>
            </a:pPr>
            <a:r>
              <a:rPr sz="1650" b="1">
                <a:solidFill>
                  <a:srgbClr val="2864E8"/>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E67C71AB-08B7-49B4-B2A2-678B4728FEAF}"/>
              </a:ext>
            </a:extLst>
          </p:cNvPr>
          <p:cNvSpPr>
            <a:spLocks xmlns:a="http://schemas.openxmlformats.org/drawingml/2006/main" noGrp="1"/>
          </p:cNvSpPr>
          <p:nvPr/>
        </p:nvSpPr>
        <p:spPr>
          <a:xfrm xmlns:a="http://schemas.openxmlformats.org/drawingml/2006/main">
            <a:off x="7410450" y="2190750"/>
            <a:ext cx="2000250" cy="196215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DCE3EF"/>
            </a:solidFill>
            <a:prstDash val="solid"/>
          </a:ln>
        </p:spPr>
      </p:sp>
      <p:sp>
        <p:nvSpPr>
          <p:cNvPr id="23" name="">
            <a:extLst xmlns:a="http://schemas.openxmlformats.org/drawingml/2006/main">
              <a:ext uri="{FF2B5EF4-FFF2-40B4-BE49-F238E27FC236}">
                <a16:creationId xmlns:a16="http://schemas.microsoft.com/office/drawing/2014/main" id="{2743C358-985E-4FBD-BFCA-A34F1DA659D8}"/>
              </a:ext>
            </a:extLst>
          </p:cNvPr>
          <p:cNvSpPr>
            <a:spLocks xmlns:a="http://schemas.openxmlformats.org/drawingml/2006/main" noGrp="1"/>
          </p:cNvSpPr>
          <p:nvPr/>
        </p:nvSpPr>
        <p:spPr>
          <a:xfrm xmlns:a="http://schemas.openxmlformats.org/drawingml/2006/main">
            <a:off x="7410450" y="2190750"/>
            <a:ext cx="2000250" cy="114300"/>
          </a:xfrm>
          <a:prstGeom xmlns:a="http://schemas.openxmlformats.org/drawingml/2006/main" prst="rect">
            <a:avLst/>
          </a:prstGeom>
          <a:solidFill xmlns:a="http://schemas.openxmlformats.org/drawingml/2006/main">
            <a:srgbClr val="F58A2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A1451FE-2D51-4368-87DA-1FC9A0B91101}"/>
              </a:ext>
            </a:extLst>
          </p:cNvPr>
          <p:cNvSpPr>
            <a:spLocks xmlns:a="http://schemas.openxmlformats.org/drawingml/2006/main" noGrp="1"/>
          </p:cNvSpPr>
          <p:nvPr/>
        </p:nvSpPr>
        <p:spPr>
          <a:xfrm xmlns:a="http://schemas.openxmlformats.org/drawingml/2006/main">
            <a:off x="7581900" y="2533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5213C"/>
                </a:solidFill>
                <a:latin typeface="Arial"/>
                <a:ea typeface="Arial"/>
                <a:cs typeface="Arial"/>
              </a:defRPr>
            </a:defPPr>
            <a:lvl1pPr algn="ctr">
              <a:defRPr sz="1650" b="1">
                <a:solidFill>
                  <a:srgbClr val="15213C"/>
                </a:solidFill>
                <a:latin typeface="Arial"/>
                <a:ea typeface="Arial"/>
                <a:cs typeface="Arial"/>
              </a:defRPr>
            </a:lvl1pPr>
            <a:lvl2pPr algn="ctr">
              <a:defRPr sz="1650" b="1">
                <a:solidFill>
                  <a:srgbClr val="15213C"/>
                </a:solidFill>
                <a:latin typeface="Arial"/>
                <a:ea typeface="Arial"/>
                <a:cs typeface="Arial"/>
              </a:defRPr>
            </a:lvl2pPr>
            <a:lvl3pPr algn="ctr">
              <a:defRPr sz="1650" b="1">
                <a:solidFill>
                  <a:srgbClr val="15213C"/>
                </a:solidFill>
                <a:latin typeface="Arial"/>
                <a:ea typeface="Arial"/>
                <a:cs typeface="Arial"/>
              </a:defRPr>
            </a:lvl3pPr>
            <a:lvl4pPr algn="ctr">
              <a:defRPr sz="1650" b="1">
                <a:solidFill>
                  <a:srgbClr val="15213C"/>
                </a:solidFill>
                <a:latin typeface="Arial"/>
                <a:ea typeface="Arial"/>
                <a:cs typeface="Arial"/>
              </a:defRPr>
            </a:lvl4pPr>
            <a:lvl5pPr algn="ctr">
              <a:defRPr sz="1650" b="1">
                <a:solidFill>
                  <a:srgbClr val="15213C"/>
                </a:solidFill>
                <a:latin typeface="Arial"/>
                <a:ea typeface="Arial"/>
                <a:cs typeface="Arial"/>
              </a:defRPr>
            </a:lvl5pPr>
            <a:lvl6pPr algn="ctr">
              <a:defRPr sz="1650" b="1">
                <a:solidFill>
                  <a:srgbClr val="15213C"/>
                </a:solidFill>
                <a:latin typeface="Arial"/>
                <a:ea typeface="Arial"/>
                <a:cs typeface="Arial"/>
              </a:defRPr>
            </a:lvl6pPr>
            <a:lvl7pPr algn="ctr">
              <a:defRPr sz="1650" b="1">
                <a:solidFill>
                  <a:srgbClr val="15213C"/>
                </a:solidFill>
                <a:latin typeface="Arial"/>
                <a:ea typeface="Arial"/>
                <a:cs typeface="Arial"/>
              </a:defRPr>
            </a:lvl7pPr>
            <a:lvl8pPr algn="ctr">
              <a:defRPr sz="1650" b="1">
                <a:solidFill>
                  <a:srgbClr val="15213C"/>
                </a:solidFill>
                <a:latin typeface="Arial"/>
                <a:ea typeface="Arial"/>
                <a:cs typeface="Arial"/>
              </a:defRPr>
            </a:lvl8pPr>
            <a:lvl9pPr algn="ctr">
              <a:defRPr sz="1650" b="1">
                <a:solidFill>
                  <a:srgbClr val="15213C"/>
                </a:solidFill>
                <a:latin typeface="Arial"/>
                <a:ea typeface="Arial"/>
                <a:cs typeface="Arial"/>
              </a:defRPr>
            </a:lvl9pPr>
          </a:lstStyle>
          <a:p xmlns:a="http://schemas.openxmlformats.org/drawingml/2006/main">
            <a:pPr algn="ctr">
              <a:defRPr sz="1650" b="1">
                <a:solidFill>
                  <a:srgbClr val="15213C"/>
                </a:solidFill>
                <a:latin typeface="Arial"/>
                <a:ea typeface="Arial"/>
                <a:cs typeface="Arial"/>
              </a:defRPr>
            </a:pPr>
            <a:r>
              <a:rPr sz="1650" b="1">
                <a:solidFill>
                  <a:srgbClr val="15213C"/>
                </a:solidFill>
                <a:latin typeface="Arial"/>
                <a:ea typeface="Arial"/>
                <a:cs typeface="Arial"/>
              </a:rPr>
              <a:t>JDBC</a:t>
            </a:r>
          </a:p>
        </p:txBody>
      </p:sp>
      <p:sp>
        <p:nvSpPr>
          <p:cNvPr id="25" name="">
            <a:extLst xmlns:a="http://schemas.openxmlformats.org/drawingml/2006/main">
              <a:ext uri="{FF2B5EF4-FFF2-40B4-BE49-F238E27FC236}">
                <a16:creationId xmlns:a16="http://schemas.microsoft.com/office/drawing/2014/main" id="{6F367E4E-25DF-45FA-8F93-5CD400DF4EE1}"/>
              </a:ext>
            </a:extLst>
          </p:cNvPr>
          <p:cNvSpPr>
            <a:spLocks xmlns:a="http://schemas.openxmlformats.org/drawingml/2006/main" noGrp="1"/>
          </p:cNvSpPr>
          <p:nvPr/>
        </p:nvSpPr>
        <p:spPr>
          <a:xfrm xmlns:a="http://schemas.openxmlformats.org/drawingml/2006/main">
            <a:off x="7581900" y="3067050"/>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62708A"/>
                </a:solidFill>
                <a:latin typeface="Arial"/>
                <a:ea typeface="Arial"/>
                <a:cs typeface="Arial"/>
              </a:defRPr>
            </a:defPPr>
            <a:lvl1pPr algn="ctr">
              <a:defRPr sz="1200" b="0">
                <a:solidFill>
                  <a:srgbClr val="62708A"/>
                </a:solidFill>
                <a:latin typeface="Arial"/>
                <a:ea typeface="Arial"/>
                <a:cs typeface="Arial"/>
              </a:defRPr>
            </a:lvl1pPr>
            <a:lvl2pPr algn="ctr">
              <a:defRPr sz="1200" b="0">
                <a:solidFill>
                  <a:srgbClr val="62708A"/>
                </a:solidFill>
                <a:latin typeface="Arial"/>
                <a:ea typeface="Arial"/>
                <a:cs typeface="Arial"/>
              </a:defRPr>
            </a:lvl2pPr>
            <a:lvl3pPr algn="ctr">
              <a:defRPr sz="1200" b="0">
                <a:solidFill>
                  <a:srgbClr val="62708A"/>
                </a:solidFill>
                <a:latin typeface="Arial"/>
                <a:ea typeface="Arial"/>
                <a:cs typeface="Arial"/>
              </a:defRPr>
            </a:lvl3pPr>
            <a:lvl4pPr algn="ctr">
              <a:defRPr sz="1200" b="0">
                <a:solidFill>
                  <a:srgbClr val="62708A"/>
                </a:solidFill>
                <a:latin typeface="Arial"/>
                <a:ea typeface="Arial"/>
                <a:cs typeface="Arial"/>
              </a:defRPr>
            </a:lvl4pPr>
            <a:lvl5pPr algn="ctr">
              <a:defRPr sz="1200" b="0">
                <a:solidFill>
                  <a:srgbClr val="62708A"/>
                </a:solidFill>
                <a:latin typeface="Arial"/>
                <a:ea typeface="Arial"/>
                <a:cs typeface="Arial"/>
              </a:defRPr>
            </a:lvl5pPr>
            <a:lvl6pPr algn="ctr">
              <a:defRPr sz="1200" b="0">
                <a:solidFill>
                  <a:srgbClr val="62708A"/>
                </a:solidFill>
                <a:latin typeface="Arial"/>
                <a:ea typeface="Arial"/>
                <a:cs typeface="Arial"/>
              </a:defRPr>
            </a:lvl6pPr>
            <a:lvl7pPr algn="ctr">
              <a:defRPr sz="1200" b="0">
                <a:solidFill>
                  <a:srgbClr val="62708A"/>
                </a:solidFill>
                <a:latin typeface="Arial"/>
                <a:ea typeface="Arial"/>
                <a:cs typeface="Arial"/>
              </a:defRPr>
            </a:lvl7pPr>
            <a:lvl8pPr algn="ctr">
              <a:defRPr sz="1200" b="0">
                <a:solidFill>
                  <a:srgbClr val="62708A"/>
                </a:solidFill>
                <a:latin typeface="Arial"/>
                <a:ea typeface="Arial"/>
                <a:cs typeface="Arial"/>
              </a:defRPr>
            </a:lvl8pPr>
            <a:lvl9pPr algn="ctr">
              <a:defRPr sz="1200" b="0">
                <a:solidFill>
                  <a:srgbClr val="62708A"/>
                </a:solidFill>
                <a:latin typeface="Arial"/>
                <a:ea typeface="Arial"/>
                <a:cs typeface="Arial"/>
              </a:defRPr>
            </a:lvl9pPr>
          </a:lstStyle>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PreparedStatement</a:t>
            </a:r>
          </a:p>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transacciones</a:t>
            </a:r>
          </a:p>
        </p:txBody>
      </p:sp>
      <p:sp>
        <p:nvSpPr>
          <p:cNvPr id="26" name="">
            <a:extLst xmlns:a="http://schemas.openxmlformats.org/drawingml/2006/main">
              <a:ext uri="{FF2B5EF4-FFF2-40B4-BE49-F238E27FC236}">
                <a16:creationId xmlns:a16="http://schemas.microsoft.com/office/drawing/2014/main" id="{AA968682-7727-4ED3-89CA-FFCB4F16B646}"/>
              </a:ext>
            </a:extLst>
          </p:cNvPr>
          <p:cNvSpPr>
            <a:spLocks xmlns:a="http://schemas.openxmlformats.org/drawingml/2006/main" noGrp="1"/>
          </p:cNvSpPr>
          <p:nvPr/>
        </p:nvSpPr>
        <p:spPr>
          <a:xfrm xmlns:a="http://schemas.openxmlformats.org/drawingml/2006/main">
            <a:off x="9410700" y="289560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2864E8"/>
                </a:solidFill>
                <a:latin typeface="Arial"/>
                <a:ea typeface="Arial"/>
                <a:cs typeface="Arial"/>
              </a:defRPr>
            </a:defPPr>
            <a:lvl1pPr algn="ctr">
              <a:defRPr sz="1650" b="1">
                <a:solidFill>
                  <a:srgbClr val="2864E8"/>
                </a:solidFill>
                <a:latin typeface="Arial"/>
                <a:ea typeface="Arial"/>
                <a:cs typeface="Arial"/>
              </a:defRPr>
            </a:lvl1pPr>
            <a:lvl2pPr algn="ctr">
              <a:defRPr sz="1650" b="1">
                <a:solidFill>
                  <a:srgbClr val="2864E8"/>
                </a:solidFill>
                <a:latin typeface="Arial"/>
                <a:ea typeface="Arial"/>
                <a:cs typeface="Arial"/>
              </a:defRPr>
            </a:lvl2pPr>
            <a:lvl3pPr algn="ctr">
              <a:defRPr sz="1650" b="1">
                <a:solidFill>
                  <a:srgbClr val="2864E8"/>
                </a:solidFill>
                <a:latin typeface="Arial"/>
                <a:ea typeface="Arial"/>
                <a:cs typeface="Arial"/>
              </a:defRPr>
            </a:lvl3pPr>
            <a:lvl4pPr algn="ctr">
              <a:defRPr sz="1650" b="1">
                <a:solidFill>
                  <a:srgbClr val="2864E8"/>
                </a:solidFill>
                <a:latin typeface="Arial"/>
                <a:ea typeface="Arial"/>
                <a:cs typeface="Arial"/>
              </a:defRPr>
            </a:lvl4pPr>
            <a:lvl5pPr algn="ctr">
              <a:defRPr sz="1650" b="1">
                <a:solidFill>
                  <a:srgbClr val="2864E8"/>
                </a:solidFill>
                <a:latin typeface="Arial"/>
                <a:ea typeface="Arial"/>
                <a:cs typeface="Arial"/>
              </a:defRPr>
            </a:lvl5pPr>
            <a:lvl6pPr algn="ctr">
              <a:defRPr sz="1650" b="1">
                <a:solidFill>
                  <a:srgbClr val="2864E8"/>
                </a:solidFill>
                <a:latin typeface="Arial"/>
                <a:ea typeface="Arial"/>
                <a:cs typeface="Arial"/>
              </a:defRPr>
            </a:lvl6pPr>
            <a:lvl7pPr algn="ctr">
              <a:defRPr sz="1650" b="1">
                <a:solidFill>
                  <a:srgbClr val="2864E8"/>
                </a:solidFill>
                <a:latin typeface="Arial"/>
                <a:ea typeface="Arial"/>
                <a:cs typeface="Arial"/>
              </a:defRPr>
            </a:lvl7pPr>
            <a:lvl8pPr algn="ctr">
              <a:defRPr sz="1650" b="1">
                <a:solidFill>
                  <a:srgbClr val="2864E8"/>
                </a:solidFill>
                <a:latin typeface="Arial"/>
                <a:ea typeface="Arial"/>
                <a:cs typeface="Arial"/>
              </a:defRPr>
            </a:lvl8pPr>
            <a:lvl9pPr algn="ctr">
              <a:defRPr sz="1650" b="1">
                <a:solidFill>
                  <a:srgbClr val="2864E8"/>
                </a:solidFill>
                <a:latin typeface="Arial"/>
                <a:ea typeface="Arial"/>
                <a:cs typeface="Arial"/>
              </a:defRPr>
            </a:lvl9pPr>
          </a:lstStyle>
          <a:p xmlns:a="http://schemas.openxmlformats.org/drawingml/2006/main">
            <a:pPr algn="ctr">
              <a:defRPr sz="1650" b="1">
                <a:solidFill>
                  <a:srgbClr val="2864E8"/>
                </a:solidFill>
                <a:latin typeface="Arial"/>
                <a:ea typeface="Arial"/>
                <a:cs typeface="Arial"/>
              </a:defRPr>
            </a:pPr>
            <a:r>
              <a:rPr sz="1650" b="1">
                <a:solidFill>
                  <a:srgbClr val="2864E8"/>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942A8117-59D1-42AD-93BC-425B62BE6B3E}"/>
              </a:ext>
            </a:extLst>
          </p:cNvPr>
          <p:cNvSpPr>
            <a:spLocks xmlns:a="http://schemas.openxmlformats.org/drawingml/2006/main" noGrp="1"/>
          </p:cNvSpPr>
          <p:nvPr/>
        </p:nvSpPr>
        <p:spPr>
          <a:xfrm xmlns:a="http://schemas.openxmlformats.org/drawingml/2006/main">
            <a:off x="9677400" y="2190750"/>
            <a:ext cx="2000250" cy="1962150"/>
          </a:xfrm>
          <a:prstGeom xmlns:a="http://schemas.openxmlformats.org/drawingml/2006/main" prst="roundRect">
            <a:avLst>
              <a:gd name="adj" fmla="val 3883"/>
            </a:avLst>
          </a:prstGeom>
          <a:solidFill xmlns:a="http://schemas.openxmlformats.org/drawingml/2006/main">
            <a:srgbClr val="FFFFFF"/>
          </a:solidFill>
          <a:ln xmlns:a="http://schemas.openxmlformats.org/drawingml/2006/main" w="9525">
            <a:solidFill>
              <a:srgbClr val="DCE3EF"/>
            </a:solidFill>
            <a:prstDash val="solid"/>
          </a:ln>
        </p:spPr>
      </p:sp>
      <p:sp>
        <p:nvSpPr>
          <p:cNvPr id="28" name="">
            <a:extLst xmlns:a="http://schemas.openxmlformats.org/drawingml/2006/main">
              <a:ext uri="{FF2B5EF4-FFF2-40B4-BE49-F238E27FC236}">
                <a16:creationId xmlns:a16="http://schemas.microsoft.com/office/drawing/2014/main" id="{BEF1409A-5735-4A12-9B35-2B75990BFB4D}"/>
              </a:ext>
            </a:extLst>
          </p:cNvPr>
          <p:cNvSpPr>
            <a:spLocks xmlns:a="http://schemas.openxmlformats.org/drawingml/2006/main" noGrp="1"/>
          </p:cNvSpPr>
          <p:nvPr/>
        </p:nvSpPr>
        <p:spPr>
          <a:xfrm xmlns:a="http://schemas.openxmlformats.org/drawingml/2006/main">
            <a:off x="9677400" y="2190750"/>
            <a:ext cx="2000250" cy="114300"/>
          </a:xfrm>
          <a:prstGeom xmlns:a="http://schemas.openxmlformats.org/drawingml/2006/main" prst="rect">
            <a:avLst/>
          </a:prstGeom>
          <a:solidFill xmlns:a="http://schemas.openxmlformats.org/drawingml/2006/main">
            <a:srgbClr val="1A275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6095E25-F423-4482-8DAF-F0A1FA59C94D}"/>
              </a:ext>
            </a:extLst>
          </p:cNvPr>
          <p:cNvSpPr>
            <a:spLocks xmlns:a="http://schemas.openxmlformats.org/drawingml/2006/main" noGrp="1"/>
          </p:cNvSpPr>
          <p:nvPr/>
        </p:nvSpPr>
        <p:spPr>
          <a:xfrm xmlns:a="http://schemas.openxmlformats.org/drawingml/2006/main">
            <a:off x="9848850" y="253365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5213C"/>
                </a:solidFill>
                <a:latin typeface="Arial"/>
                <a:ea typeface="Arial"/>
                <a:cs typeface="Arial"/>
              </a:defRPr>
            </a:defPPr>
            <a:lvl1pPr algn="ctr">
              <a:defRPr sz="1650" b="1">
                <a:solidFill>
                  <a:srgbClr val="15213C"/>
                </a:solidFill>
                <a:latin typeface="Arial"/>
                <a:ea typeface="Arial"/>
                <a:cs typeface="Arial"/>
              </a:defRPr>
            </a:lvl1pPr>
            <a:lvl2pPr algn="ctr">
              <a:defRPr sz="1650" b="1">
                <a:solidFill>
                  <a:srgbClr val="15213C"/>
                </a:solidFill>
                <a:latin typeface="Arial"/>
                <a:ea typeface="Arial"/>
                <a:cs typeface="Arial"/>
              </a:defRPr>
            </a:lvl2pPr>
            <a:lvl3pPr algn="ctr">
              <a:defRPr sz="1650" b="1">
                <a:solidFill>
                  <a:srgbClr val="15213C"/>
                </a:solidFill>
                <a:latin typeface="Arial"/>
                <a:ea typeface="Arial"/>
                <a:cs typeface="Arial"/>
              </a:defRPr>
            </a:lvl3pPr>
            <a:lvl4pPr algn="ctr">
              <a:defRPr sz="1650" b="1">
                <a:solidFill>
                  <a:srgbClr val="15213C"/>
                </a:solidFill>
                <a:latin typeface="Arial"/>
                <a:ea typeface="Arial"/>
                <a:cs typeface="Arial"/>
              </a:defRPr>
            </a:lvl4pPr>
            <a:lvl5pPr algn="ctr">
              <a:defRPr sz="1650" b="1">
                <a:solidFill>
                  <a:srgbClr val="15213C"/>
                </a:solidFill>
                <a:latin typeface="Arial"/>
                <a:ea typeface="Arial"/>
                <a:cs typeface="Arial"/>
              </a:defRPr>
            </a:lvl5pPr>
            <a:lvl6pPr algn="ctr">
              <a:defRPr sz="1650" b="1">
                <a:solidFill>
                  <a:srgbClr val="15213C"/>
                </a:solidFill>
                <a:latin typeface="Arial"/>
                <a:ea typeface="Arial"/>
                <a:cs typeface="Arial"/>
              </a:defRPr>
            </a:lvl6pPr>
            <a:lvl7pPr algn="ctr">
              <a:defRPr sz="1650" b="1">
                <a:solidFill>
                  <a:srgbClr val="15213C"/>
                </a:solidFill>
                <a:latin typeface="Arial"/>
                <a:ea typeface="Arial"/>
                <a:cs typeface="Arial"/>
              </a:defRPr>
            </a:lvl7pPr>
            <a:lvl8pPr algn="ctr">
              <a:defRPr sz="1650" b="1">
                <a:solidFill>
                  <a:srgbClr val="15213C"/>
                </a:solidFill>
                <a:latin typeface="Arial"/>
                <a:ea typeface="Arial"/>
                <a:cs typeface="Arial"/>
              </a:defRPr>
            </a:lvl8pPr>
            <a:lvl9pPr algn="ctr">
              <a:defRPr sz="1650" b="1">
                <a:solidFill>
                  <a:srgbClr val="15213C"/>
                </a:solidFill>
                <a:latin typeface="Arial"/>
                <a:ea typeface="Arial"/>
                <a:cs typeface="Arial"/>
              </a:defRPr>
            </a:lvl9pPr>
          </a:lstStyle>
          <a:p xmlns:a="http://schemas.openxmlformats.org/drawingml/2006/main">
            <a:pPr algn="ctr">
              <a:defRPr sz="1650" b="1">
                <a:solidFill>
                  <a:srgbClr val="15213C"/>
                </a:solidFill>
                <a:latin typeface="Arial"/>
                <a:ea typeface="Arial"/>
                <a:cs typeface="Arial"/>
              </a:defRPr>
            </a:pPr>
            <a:r>
              <a:rPr sz="1650" b="1">
                <a:solidFill>
                  <a:srgbClr val="15213C"/>
                </a:solidFill>
                <a:latin typeface="Arial"/>
                <a:ea typeface="Arial"/>
                <a:cs typeface="Arial"/>
              </a:rPr>
              <a:t>Azure SQL</a:t>
            </a:r>
          </a:p>
        </p:txBody>
      </p:sp>
      <p:sp>
        <p:nvSpPr>
          <p:cNvPr id="30" name="">
            <a:extLst xmlns:a="http://schemas.openxmlformats.org/drawingml/2006/main">
              <a:ext uri="{FF2B5EF4-FFF2-40B4-BE49-F238E27FC236}">
                <a16:creationId xmlns:a16="http://schemas.microsoft.com/office/drawing/2014/main" id="{137F3903-FBE2-46BF-B8A4-73C8E3B5E8EB}"/>
              </a:ext>
            </a:extLst>
          </p:cNvPr>
          <p:cNvSpPr>
            <a:spLocks xmlns:a="http://schemas.openxmlformats.org/drawingml/2006/main" noGrp="1"/>
          </p:cNvSpPr>
          <p:nvPr/>
        </p:nvSpPr>
        <p:spPr>
          <a:xfrm xmlns:a="http://schemas.openxmlformats.org/drawingml/2006/main">
            <a:off x="9848850" y="3067050"/>
            <a:ext cx="1657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62708A"/>
                </a:solidFill>
                <a:latin typeface="Arial"/>
                <a:ea typeface="Arial"/>
                <a:cs typeface="Arial"/>
              </a:defRPr>
            </a:defPPr>
            <a:lvl1pPr algn="ctr">
              <a:defRPr sz="1200" b="0">
                <a:solidFill>
                  <a:srgbClr val="62708A"/>
                </a:solidFill>
                <a:latin typeface="Arial"/>
                <a:ea typeface="Arial"/>
                <a:cs typeface="Arial"/>
              </a:defRPr>
            </a:lvl1pPr>
            <a:lvl2pPr algn="ctr">
              <a:defRPr sz="1200" b="0">
                <a:solidFill>
                  <a:srgbClr val="62708A"/>
                </a:solidFill>
                <a:latin typeface="Arial"/>
                <a:ea typeface="Arial"/>
                <a:cs typeface="Arial"/>
              </a:defRPr>
            </a:lvl2pPr>
            <a:lvl3pPr algn="ctr">
              <a:defRPr sz="1200" b="0">
                <a:solidFill>
                  <a:srgbClr val="62708A"/>
                </a:solidFill>
                <a:latin typeface="Arial"/>
                <a:ea typeface="Arial"/>
                <a:cs typeface="Arial"/>
              </a:defRPr>
            </a:lvl3pPr>
            <a:lvl4pPr algn="ctr">
              <a:defRPr sz="1200" b="0">
                <a:solidFill>
                  <a:srgbClr val="62708A"/>
                </a:solidFill>
                <a:latin typeface="Arial"/>
                <a:ea typeface="Arial"/>
                <a:cs typeface="Arial"/>
              </a:defRPr>
            </a:lvl4pPr>
            <a:lvl5pPr algn="ctr">
              <a:defRPr sz="1200" b="0">
                <a:solidFill>
                  <a:srgbClr val="62708A"/>
                </a:solidFill>
                <a:latin typeface="Arial"/>
                <a:ea typeface="Arial"/>
                <a:cs typeface="Arial"/>
              </a:defRPr>
            </a:lvl5pPr>
            <a:lvl6pPr algn="ctr">
              <a:defRPr sz="1200" b="0">
                <a:solidFill>
                  <a:srgbClr val="62708A"/>
                </a:solidFill>
                <a:latin typeface="Arial"/>
                <a:ea typeface="Arial"/>
                <a:cs typeface="Arial"/>
              </a:defRPr>
            </a:lvl6pPr>
            <a:lvl7pPr algn="ctr">
              <a:defRPr sz="1200" b="0">
                <a:solidFill>
                  <a:srgbClr val="62708A"/>
                </a:solidFill>
                <a:latin typeface="Arial"/>
                <a:ea typeface="Arial"/>
                <a:cs typeface="Arial"/>
              </a:defRPr>
            </a:lvl7pPr>
            <a:lvl8pPr algn="ctr">
              <a:defRPr sz="1200" b="0">
                <a:solidFill>
                  <a:srgbClr val="62708A"/>
                </a:solidFill>
                <a:latin typeface="Arial"/>
                <a:ea typeface="Arial"/>
                <a:cs typeface="Arial"/>
              </a:defRPr>
            </a:lvl8pPr>
            <a:lvl9pPr algn="ctr">
              <a:defRPr sz="1200" b="0">
                <a:solidFill>
                  <a:srgbClr val="62708A"/>
                </a:solidFill>
                <a:latin typeface="Arial"/>
                <a:ea typeface="Arial"/>
                <a:cs typeface="Arial"/>
              </a:defRPr>
            </a:lvl9pPr>
          </a:lstStyle>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tablas · claves</a:t>
            </a:r>
          </a:p>
          <a:p xmlns:a="http://schemas.openxmlformats.org/drawingml/2006/main">
            <a:pPr algn="ctr">
              <a:defRPr sz="1200" b="0">
                <a:solidFill>
                  <a:srgbClr val="62708A"/>
                </a:solidFill>
                <a:latin typeface="Arial"/>
                <a:ea typeface="Arial"/>
                <a:cs typeface="Arial"/>
              </a:defRPr>
            </a:pPr>
            <a:r>
              <a:rPr sz="1200" b="0">
                <a:solidFill>
                  <a:srgbClr val="62708A"/>
                </a:solidFill>
                <a:latin typeface="Arial"/>
                <a:ea typeface="Arial"/>
                <a:cs typeface="Arial"/>
              </a:rPr>
              <a:t>índices</a:t>
            </a:r>
          </a:p>
        </p:txBody>
      </p:sp>
      <p:sp>
        <p:nvSpPr>
          <p:cNvPr id="31" name="">
            <a:extLst xmlns:a="http://schemas.openxmlformats.org/drawingml/2006/main">
              <a:ext uri="{FF2B5EF4-FFF2-40B4-BE49-F238E27FC236}">
                <a16:creationId xmlns:a16="http://schemas.microsoft.com/office/drawing/2014/main" id="{D8E302A4-D989-486D-8B3B-F9BF9CFC138A}"/>
              </a:ext>
            </a:extLst>
          </p:cNvPr>
          <p:cNvSpPr>
            <a:spLocks xmlns:a="http://schemas.openxmlformats.org/drawingml/2006/main" noGrp="1"/>
          </p:cNvSpPr>
          <p:nvPr/>
        </p:nvSpPr>
        <p:spPr>
          <a:xfrm xmlns:a="http://schemas.openxmlformats.org/drawingml/2006/main">
            <a:off x="1162050" y="4667250"/>
            <a:ext cx="9867900" cy="876300"/>
          </a:xfrm>
          <a:prstGeom xmlns:a="http://schemas.openxmlformats.org/drawingml/2006/main" prst="roundRect">
            <a:avLst>
              <a:gd name="adj" fmla="val 8696"/>
            </a:avLst>
          </a:prstGeom>
          <a:solidFill xmlns:a="http://schemas.openxmlformats.org/drawingml/2006/main">
            <a:srgbClr val="E8F0FF"/>
          </a:solidFill>
          <a:ln xmlns:a="http://schemas.openxmlformats.org/drawingml/2006/main" w="9525">
            <a:solidFill>
              <a:srgbClr val="E8F0FF"/>
            </a:solidFill>
            <a:prstDash val="solid"/>
          </a:ln>
        </p:spPr>
      </p:sp>
      <p:sp>
        <p:nvSpPr>
          <p:cNvPr id="32" name="">
            <a:extLst xmlns:a="http://schemas.openxmlformats.org/drawingml/2006/main">
              <a:ext uri="{FF2B5EF4-FFF2-40B4-BE49-F238E27FC236}">
                <a16:creationId xmlns:a16="http://schemas.microsoft.com/office/drawing/2014/main" id="{689CCAF1-36D5-4B6B-946F-3192DE2E9CC0}"/>
              </a:ext>
            </a:extLst>
          </p:cNvPr>
          <p:cNvSpPr>
            <a:spLocks xmlns:a="http://schemas.openxmlformats.org/drawingml/2006/main" noGrp="1"/>
          </p:cNvSpPr>
          <p:nvPr/>
        </p:nvSpPr>
        <p:spPr>
          <a:xfrm xmlns:a="http://schemas.openxmlformats.org/drawingml/2006/main">
            <a:off x="1428750" y="4829175"/>
            <a:ext cx="3429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2864E8"/>
                </a:solidFill>
                <a:latin typeface="Arial"/>
                <a:ea typeface="Arial"/>
                <a:cs typeface="Arial"/>
              </a:defRPr>
            </a:defPPr>
            <a:lvl1pPr algn="l">
              <a:defRPr sz="1425" b="1">
                <a:solidFill>
                  <a:srgbClr val="2864E8"/>
                </a:solidFill>
                <a:latin typeface="Arial"/>
                <a:ea typeface="Arial"/>
                <a:cs typeface="Arial"/>
              </a:defRPr>
            </a:lvl1pPr>
            <a:lvl2pPr algn="l">
              <a:defRPr sz="1425" b="1">
                <a:solidFill>
                  <a:srgbClr val="2864E8"/>
                </a:solidFill>
                <a:latin typeface="Arial"/>
                <a:ea typeface="Arial"/>
                <a:cs typeface="Arial"/>
              </a:defRPr>
            </a:lvl2pPr>
            <a:lvl3pPr algn="l">
              <a:defRPr sz="1425" b="1">
                <a:solidFill>
                  <a:srgbClr val="2864E8"/>
                </a:solidFill>
                <a:latin typeface="Arial"/>
                <a:ea typeface="Arial"/>
                <a:cs typeface="Arial"/>
              </a:defRPr>
            </a:lvl3pPr>
            <a:lvl4pPr algn="l">
              <a:defRPr sz="1425" b="1">
                <a:solidFill>
                  <a:srgbClr val="2864E8"/>
                </a:solidFill>
                <a:latin typeface="Arial"/>
                <a:ea typeface="Arial"/>
                <a:cs typeface="Arial"/>
              </a:defRPr>
            </a:lvl4pPr>
            <a:lvl5pPr algn="l">
              <a:defRPr sz="1425" b="1">
                <a:solidFill>
                  <a:srgbClr val="2864E8"/>
                </a:solidFill>
                <a:latin typeface="Arial"/>
                <a:ea typeface="Arial"/>
                <a:cs typeface="Arial"/>
              </a:defRPr>
            </a:lvl5pPr>
            <a:lvl6pPr algn="l">
              <a:defRPr sz="1425" b="1">
                <a:solidFill>
                  <a:srgbClr val="2864E8"/>
                </a:solidFill>
                <a:latin typeface="Arial"/>
                <a:ea typeface="Arial"/>
                <a:cs typeface="Arial"/>
              </a:defRPr>
            </a:lvl6pPr>
            <a:lvl7pPr algn="l">
              <a:defRPr sz="1425" b="1">
                <a:solidFill>
                  <a:srgbClr val="2864E8"/>
                </a:solidFill>
                <a:latin typeface="Arial"/>
                <a:ea typeface="Arial"/>
                <a:cs typeface="Arial"/>
              </a:defRPr>
            </a:lvl7pPr>
            <a:lvl8pPr algn="l">
              <a:defRPr sz="1425" b="1">
                <a:solidFill>
                  <a:srgbClr val="2864E8"/>
                </a:solidFill>
                <a:latin typeface="Arial"/>
                <a:ea typeface="Arial"/>
                <a:cs typeface="Arial"/>
              </a:defRPr>
            </a:lvl8pPr>
            <a:lvl9pPr algn="l">
              <a:defRPr sz="1425" b="1">
                <a:solidFill>
                  <a:srgbClr val="2864E8"/>
                </a:solidFill>
                <a:latin typeface="Arial"/>
                <a:ea typeface="Arial"/>
                <a:cs typeface="Arial"/>
              </a:defRPr>
            </a:lvl9pPr>
          </a:lstStyle>
          <a:p xmlns:a="http://schemas.openxmlformats.org/drawingml/2006/main">
            <a:pPr algn="l">
              <a:defRPr sz="1425" b="1">
                <a:solidFill>
                  <a:srgbClr val="2864E8"/>
                </a:solidFill>
                <a:latin typeface="Arial"/>
                <a:ea typeface="Arial"/>
                <a:cs typeface="Arial"/>
              </a:defRPr>
            </a:pPr>
            <a:r>
              <a:rPr sz="1425" b="1">
                <a:solidFill>
                  <a:srgbClr val="2864E8"/>
                </a:solidFill>
                <a:latin typeface="Arial"/>
                <a:ea typeface="Arial"/>
                <a:cs typeface="Arial"/>
              </a:rPr>
              <a:t>Separación de responsabilidades</a:t>
            </a:r>
          </a:p>
        </p:txBody>
      </p:sp>
      <p:sp>
        <p:nvSpPr>
          <p:cNvPr id="33" name="">
            <a:extLst xmlns:a="http://schemas.openxmlformats.org/drawingml/2006/main">
              <a:ext uri="{FF2B5EF4-FFF2-40B4-BE49-F238E27FC236}">
                <a16:creationId xmlns:a16="http://schemas.microsoft.com/office/drawing/2014/main" id="{2964650F-67B5-422B-9C8C-1121B69CBFA5}"/>
              </a:ext>
            </a:extLst>
          </p:cNvPr>
          <p:cNvSpPr>
            <a:spLocks xmlns:a="http://schemas.openxmlformats.org/drawingml/2006/main" noGrp="1"/>
          </p:cNvSpPr>
          <p:nvPr/>
        </p:nvSpPr>
        <p:spPr>
          <a:xfrm xmlns:a="http://schemas.openxmlformats.org/drawingml/2006/main">
            <a:off x="1428750" y="5153025"/>
            <a:ext cx="895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5213C"/>
                </a:solidFill>
                <a:latin typeface="Arial"/>
                <a:ea typeface="Arial"/>
                <a:cs typeface="Arial"/>
              </a:defRPr>
            </a:defPPr>
            <a:lvl1pPr algn="l">
              <a:defRPr sz="1350" b="0">
                <a:solidFill>
                  <a:srgbClr val="15213C"/>
                </a:solidFill>
                <a:latin typeface="Arial"/>
                <a:ea typeface="Arial"/>
                <a:cs typeface="Arial"/>
              </a:defRPr>
            </a:lvl1pPr>
            <a:lvl2pPr algn="l">
              <a:defRPr sz="1350" b="0">
                <a:solidFill>
                  <a:srgbClr val="15213C"/>
                </a:solidFill>
                <a:latin typeface="Arial"/>
                <a:ea typeface="Arial"/>
                <a:cs typeface="Arial"/>
              </a:defRPr>
            </a:lvl2pPr>
            <a:lvl3pPr algn="l">
              <a:defRPr sz="1350" b="0">
                <a:solidFill>
                  <a:srgbClr val="15213C"/>
                </a:solidFill>
                <a:latin typeface="Arial"/>
                <a:ea typeface="Arial"/>
                <a:cs typeface="Arial"/>
              </a:defRPr>
            </a:lvl3pPr>
            <a:lvl4pPr algn="l">
              <a:defRPr sz="1350" b="0">
                <a:solidFill>
                  <a:srgbClr val="15213C"/>
                </a:solidFill>
                <a:latin typeface="Arial"/>
                <a:ea typeface="Arial"/>
                <a:cs typeface="Arial"/>
              </a:defRPr>
            </a:lvl4pPr>
            <a:lvl5pPr algn="l">
              <a:defRPr sz="1350" b="0">
                <a:solidFill>
                  <a:srgbClr val="15213C"/>
                </a:solidFill>
                <a:latin typeface="Arial"/>
                <a:ea typeface="Arial"/>
                <a:cs typeface="Arial"/>
              </a:defRPr>
            </a:lvl5pPr>
            <a:lvl6pPr algn="l">
              <a:defRPr sz="1350" b="0">
                <a:solidFill>
                  <a:srgbClr val="15213C"/>
                </a:solidFill>
                <a:latin typeface="Arial"/>
                <a:ea typeface="Arial"/>
                <a:cs typeface="Arial"/>
              </a:defRPr>
            </a:lvl6pPr>
            <a:lvl7pPr algn="l">
              <a:defRPr sz="1350" b="0">
                <a:solidFill>
                  <a:srgbClr val="15213C"/>
                </a:solidFill>
                <a:latin typeface="Arial"/>
                <a:ea typeface="Arial"/>
                <a:cs typeface="Arial"/>
              </a:defRPr>
            </a:lvl7pPr>
            <a:lvl8pPr algn="l">
              <a:defRPr sz="1350" b="0">
                <a:solidFill>
                  <a:srgbClr val="15213C"/>
                </a:solidFill>
                <a:latin typeface="Arial"/>
                <a:ea typeface="Arial"/>
                <a:cs typeface="Arial"/>
              </a:defRPr>
            </a:lvl8pPr>
            <a:lvl9pPr algn="l">
              <a:defRPr sz="1350" b="0">
                <a:solidFill>
                  <a:srgbClr val="15213C"/>
                </a:solidFill>
                <a:latin typeface="Arial"/>
                <a:ea typeface="Arial"/>
                <a:cs typeface="Arial"/>
              </a:defRPr>
            </a:lvl9pPr>
          </a:lstStyle>
          <a:p xmlns:a="http://schemas.openxmlformats.org/drawingml/2006/main">
            <a:pPr algn="l">
              <a:defRPr sz="1350" b="0">
                <a:solidFill>
                  <a:srgbClr val="15213C"/>
                </a:solidFill>
                <a:latin typeface="Arial"/>
                <a:ea typeface="Arial"/>
                <a:cs typeface="Arial"/>
              </a:defRPr>
            </a:pPr>
            <a:r>
              <a:rPr sz="1350" b="0">
                <a:solidFill>
                  <a:srgbClr val="15213C"/>
                </a:solidFill>
                <a:latin typeface="Arial"/>
                <a:ea typeface="Arial"/>
                <a:cs typeface="Arial"/>
              </a:rPr>
              <a:t>La vista no consulta SQL; el Servlet valida y el Repository ejecuta la persistencia.</a:t>
            </a:r>
          </a:p>
        </p:txBody>
      </p:sp>
    </p:spTree>
    <p:extLst>
      <p:ext uri="{BB962C8B-B14F-4D97-AF65-F5344CB8AC3E}">
        <p14:creationId xmlns:p14="http://schemas.microsoft.com/office/powerpoint/2010/main" val="924028507"/>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E65634B-0940-425A-BA15-53743B8CD66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864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FD6F3C-433A-47AF-9564-F91FC1DC679C}"/>
              </a:ext>
            </a:extLst>
          </p:cNvPr>
          <p:cNvSpPr>
            <a:spLocks xmlns:a="http://schemas.openxmlformats.org/drawingml/2006/main" noGrp="1"/>
          </p:cNvSpPr>
          <p:nvPr/>
        </p:nvSpPr>
        <p:spPr>
          <a:xfrm xmlns:a="http://schemas.openxmlformats.org/drawingml/2006/main">
            <a:off x="609600" y="333375"/>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2864E8"/>
                </a:solidFill>
                <a:latin typeface="Arial"/>
                <a:ea typeface="Arial"/>
                <a:cs typeface="Arial"/>
              </a:defRPr>
            </a:defPPr>
            <a:lvl1pPr algn="l">
              <a:defRPr sz="1050" b="1">
                <a:solidFill>
                  <a:srgbClr val="2864E8"/>
                </a:solidFill>
                <a:latin typeface="Arial"/>
                <a:ea typeface="Arial"/>
                <a:cs typeface="Arial"/>
              </a:defRPr>
            </a:lvl1pPr>
            <a:lvl2pPr algn="l">
              <a:defRPr sz="1050" b="1">
                <a:solidFill>
                  <a:srgbClr val="2864E8"/>
                </a:solidFill>
                <a:latin typeface="Arial"/>
                <a:ea typeface="Arial"/>
                <a:cs typeface="Arial"/>
              </a:defRPr>
            </a:lvl2pPr>
            <a:lvl3pPr algn="l">
              <a:defRPr sz="1050" b="1">
                <a:solidFill>
                  <a:srgbClr val="2864E8"/>
                </a:solidFill>
                <a:latin typeface="Arial"/>
                <a:ea typeface="Arial"/>
                <a:cs typeface="Arial"/>
              </a:defRPr>
            </a:lvl3pPr>
            <a:lvl4pPr algn="l">
              <a:defRPr sz="1050" b="1">
                <a:solidFill>
                  <a:srgbClr val="2864E8"/>
                </a:solidFill>
                <a:latin typeface="Arial"/>
                <a:ea typeface="Arial"/>
                <a:cs typeface="Arial"/>
              </a:defRPr>
            </a:lvl4pPr>
            <a:lvl5pPr algn="l">
              <a:defRPr sz="1050" b="1">
                <a:solidFill>
                  <a:srgbClr val="2864E8"/>
                </a:solidFill>
                <a:latin typeface="Arial"/>
                <a:ea typeface="Arial"/>
                <a:cs typeface="Arial"/>
              </a:defRPr>
            </a:lvl5pPr>
            <a:lvl6pPr algn="l">
              <a:defRPr sz="1050" b="1">
                <a:solidFill>
                  <a:srgbClr val="2864E8"/>
                </a:solidFill>
                <a:latin typeface="Arial"/>
                <a:ea typeface="Arial"/>
                <a:cs typeface="Arial"/>
              </a:defRPr>
            </a:lvl6pPr>
            <a:lvl7pPr algn="l">
              <a:defRPr sz="1050" b="1">
                <a:solidFill>
                  <a:srgbClr val="2864E8"/>
                </a:solidFill>
                <a:latin typeface="Arial"/>
                <a:ea typeface="Arial"/>
                <a:cs typeface="Arial"/>
              </a:defRPr>
            </a:lvl7pPr>
            <a:lvl8pPr algn="l">
              <a:defRPr sz="1050" b="1">
                <a:solidFill>
                  <a:srgbClr val="2864E8"/>
                </a:solidFill>
                <a:latin typeface="Arial"/>
                <a:ea typeface="Arial"/>
                <a:cs typeface="Arial"/>
              </a:defRPr>
            </a:lvl8pPr>
            <a:lvl9pPr algn="l">
              <a:defRPr sz="1050" b="1">
                <a:solidFill>
                  <a:srgbClr val="2864E8"/>
                </a:solidFill>
                <a:latin typeface="Arial"/>
                <a:ea typeface="Arial"/>
                <a:cs typeface="Arial"/>
              </a:defRPr>
            </a:lvl9pPr>
          </a:lstStyle>
          <a:p xmlns:a="http://schemas.openxmlformats.org/drawingml/2006/main">
            <a:pPr algn="l">
              <a:defRPr sz="1050" b="1">
                <a:solidFill>
                  <a:srgbClr val="2864E8"/>
                </a:solidFill>
                <a:latin typeface="Arial"/>
                <a:ea typeface="Arial"/>
                <a:cs typeface="Arial"/>
              </a:defRPr>
            </a:pPr>
            <a:r>
              <a:rPr sz="1050" b="1">
                <a:solidFill>
                  <a:srgbClr val="2864E8"/>
                </a:solidFill>
                <a:latin typeface="Arial"/>
                <a:ea typeface="Arial"/>
                <a:cs typeface="Arial"/>
              </a:rPr>
              <a:t>CONTROLES</a:t>
            </a:r>
          </a:p>
        </p:txBody>
      </p:sp>
      <p:sp>
        <p:nvSpPr>
          <p:cNvPr id="3" name="">
            <a:extLst xmlns:a="http://schemas.openxmlformats.org/drawingml/2006/main">
              <a:ext uri="{FF2B5EF4-FFF2-40B4-BE49-F238E27FC236}">
                <a16:creationId xmlns:a16="http://schemas.microsoft.com/office/drawing/2014/main" id="{DFE44C55-E134-450D-8E5C-989B4EBF1E80}"/>
              </a:ext>
            </a:extLst>
          </p:cNvPr>
          <p:cNvSpPr>
            <a:spLocks xmlns:a="http://schemas.openxmlformats.org/drawingml/2006/main" noGrp="1"/>
          </p:cNvSpPr>
          <p:nvPr/>
        </p:nvSpPr>
        <p:spPr>
          <a:xfrm xmlns:a="http://schemas.openxmlformats.org/drawingml/2006/main">
            <a:off x="609600" y="6381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213C"/>
                </a:solidFill>
                <a:latin typeface="Arial"/>
                <a:ea typeface="Arial"/>
                <a:cs typeface="Arial"/>
              </a:defRPr>
            </a:defPPr>
            <a:lvl1pPr algn="l">
              <a:defRPr sz="2550" b="1">
                <a:solidFill>
                  <a:srgbClr val="15213C"/>
                </a:solidFill>
                <a:latin typeface="Arial"/>
                <a:ea typeface="Arial"/>
                <a:cs typeface="Arial"/>
              </a:defRPr>
            </a:lvl1pPr>
            <a:lvl2pPr algn="l">
              <a:defRPr sz="2550" b="1">
                <a:solidFill>
                  <a:srgbClr val="15213C"/>
                </a:solidFill>
                <a:latin typeface="Arial"/>
                <a:ea typeface="Arial"/>
                <a:cs typeface="Arial"/>
              </a:defRPr>
            </a:lvl2pPr>
            <a:lvl3pPr algn="l">
              <a:defRPr sz="2550" b="1">
                <a:solidFill>
                  <a:srgbClr val="15213C"/>
                </a:solidFill>
                <a:latin typeface="Arial"/>
                <a:ea typeface="Arial"/>
                <a:cs typeface="Arial"/>
              </a:defRPr>
            </a:lvl3pPr>
            <a:lvl4pPr algn="l">
              <a:defRPr sz="2550" b="1">
                <a:solidFill>
                  <a:srgbClr val="15213C"/>
                </a:solidFill>
                <a:latin typeface="Arial"/>
                <a:ea typeface="Arial"/>
                <a:cs typeface="Arial"/>
              </a:defRPr>
            </a:lvl4pPr>
            <a:lvl5pPr algn="l">
              <a:defRPr sz="2550" b="1">
                <a:solidFill>
                  <a:srgbClr val="15213C"/>
                </a:solidFill>
                <a:latin typeface="Arial"/>
                <a:ea typeface="Arial"/>
                <a:cs typeface="Arial"/>
              </a:defRPr>
            </a:lvl5pPr>
            <a:lvl6pPr algn="l">
              <a:defRPr sz="2550" b="1">
                <a:solidFill>
                  <a:srgbClr val="15213C"/>
                </a:solidFill>
                <a:latin typeface="Arial"/>
                <a:ea typeface="Arial"/>
                <a:cs typeface="Arial"/>
              </a:defRPr>
            </a:lvl6pPr>
            <a:lvl7pPr algn="l">
              <a:defRPr sz="2550" b="1">
                <a:solidFill>
                  <a:srgbClr val="15213C"/>
                </a:solidFill>
                <a:latin typeface="Arial"/>
                <a:ea typeface="Arial"/>
                <a:cs typeface="Arial"/>
              </a:defRPr>
            </a:lvl7pPr>
            <a:lvl8pPr algn="l">
              <a:defRPr sz="2550" b="1">
                <a:solidFill>
                  <a:srgbClr val="15213C"/>
                </a:solidFill>
                <a:latin typeface="Arial"/>
                <a:ea typeface="Arial"/>
                <a:cs typeface="Arial"/>
              </a:defRPr>
            </a:lvl8pPr>
            <a:lvl9pPr algn="l">
              <a:defRPr sz="2550" b="1">
                <a:solidFill>
                  <a:srgbClr val="15213C"/>
                </a:solidFill>
                <a:latin typeface="Arial"/>
                <a:ea typeface="Arial"/>
                <a:cs typeface="Arial"/>
              </a:defRPr>
            </a:lvl9pPr>
          </a:lstStyle>
          <a:p xmlns:a="http://schemas.openxmlformats.org/drawingml/2006/main">
            <a:pPr algn="l">
              <a:defRPr sz="2550" b="1">
                <a:solidFill>
                  <a:srgbClr val="15213C"/>
                </a:solidFill>
                <a:latin typeface="Arial"/>
                <a:ea typeface="Arial"/>
                <a:cs typeface="Arial"/>
              </a:defRPr>
            </a:pPr>
            <a:r>
              <a:rPr sz="2550" b="1">
                <a:solidFill>
                  <a:srgbClr val="15213C"/>
                </a:solidFill>
                <a:latin typeface="Arial"/>
                <a:ea typeface="Arial"/>
                <a:cs typeface="Arial"/>
              </a:rPr>
              <a:t>Reglas de integridad y seguridad</a:t>
            </a:r>
          </a:p>
        </p:txBody>
      </p:sp>
      <p:sp>
        <p:nvSpPr>
          <p:cNvPr id="4" name="">
            <a:extLst xmlns:a="http://schemas.openxmlformats.org/drawingml/2006/main">
              <a:ext uri="{FF2B5EF4-FFF2-40B4-BE49-F238E27FC236}">
                <a16:creationId xmlns:a16="http://schemas.microsoft.com/office/drawing/2014/main" id="{3F283009-FCAE-4311-ABBF-1A1CE6B0CF15}"/>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0BB3E3-0D79-44A6-8378-F3B1D33E262F}"/>
              </a:ext>
            </a:extLst>
          </p:cNvPr>
          <p:cNvSpPr>
            <a:spLocks xmlns:a="http://schemas.openxmlformats.org/drawingml/2006/main" noGrp="1"/>
          </p:cNvSpPr>
          <p:nvPr/>
        </p:nvSpPr>
        <p:spPr>
          <a:xfrm xmlns:a="http://schemas.openxmlformats.org/drawingml/2006/main">
            <a:off x="609600" y="63150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62708A"/>
                </a:solidFill>
                <a:latin typeface="Arial"/>
                <a:ea typeface="Arial"/>
                <a:cs typeface="Arial"/>
              </a:defRPr>
            </a:defPPr>
            <a:lvl1pPr algn="l">
              <a:defRPr sz="975" b="1">
                <a:solidFill>
                  <a:srgbClr val="62708A"/>
                </a:solidFill>
                <a:latin typeface="Arial"/>
                <a:ea typeface="Arial"/>
                <a:cs typeface="Arial"/>
              </a:defRPr>
            </a:lvl1pPr>
            <a:lvl2pPr algn="l">
              <a:defRPr sz="975" b="1">
                <a:solidFill>
                  <a:srgbClr val="62708A"/>
                </a:solidFill>
                <a:latin typeface="Arial"/>
                <a:ea typeface="Arial"/>
                <a:cs typeface="Arial"/>
              </a:defRPr>
            </a:lvl2pPr>
            <a:lvl3pPr algn="l">
              <a:defRPr sz="975" b="1">
                <a:solidFill>
                  <a:srgbClr val="62708A"/>
                </a:solidFill>
                <a:latin typeface="Arial"/>
                <a:ea typeface="Arial"/>
                <a:cs typeface="Arial"/>
              </a:defRPr>
            </a:lvl3pPr>
            <a:lvl4pPr algn="l">
              <a:defRPr sz="975" b="1">
                <a:solidFill>
                  <a:srgbClr val="62708A"/>
                </a:solidFill>
                <a:latin typeface="Arial"/>
                <a:ea typeface="Arial"/>
                <a:cs typeface="Arial"/>
              </a:defRPr>
            </a:lvl4pPr>
            <a:lvl5pPr algn="l">
              <a:defRPr sz="975" b="1">
                <a:solidFill>
                  <a:srgbClr val="62708A"/>
                </a:solidFill>
                <a:latin typeface="Arial"/>
                <a:ea typeface="Arial"/>
                <a:cs typeface="Arial"/>
              </a:defRPr>
            </a:lvl5pPr>
            <a:lvl6pPr algn="l">
              <a:defRPr sz="975" b="1">
                <a:solidFill>
                  <a:srgbClr val="62708A"/>
                </a:solidFill>
                <a:latin typeface="Arial"/>
                <a:ea typeface="Arial"/>
                <a:cs typeface="Arial"/>
              </a:defRPr>
            </a:lvl6pPr>
            <a:lvl7pPr algn="l">
              <a:defRPr sz="975" b="1">
                <a:solidFill>
                  <a:srgbClr val="62708A"/>
                </a:solidFill>
                <a:latin typeface="Arial"/>
                <a:ea typeface="Arial"/>
                <a:cs typeface="Arial"/>
              </a:defRPr>
            </a:lvl7pPr>
            <a:lvl8pPr algn="l">
              <a:defRPr sz="975" b="1">
                <a:solidFill>
                  <a:srgbClr val="62708A"/>
                </a:solidFill>
                <a:latin typeface="Arial"/>
                <a:ea typeface="Arial"/>
                <a:cs typeface="Arial"/>
              </a:defRPr>
            </a:lvl8pPr>
            <a:lvl9pPr algn="l">
              <a:defRPr sz="975" b="1">
                <a:solidFill>
                  <a:srgbClr val="62708A"/>
                </a:solidFill>
                <a:latin typeface="Arial"/>
                <a:ea typeface="Arial"/>
                <a:cs typeface="Arial"/>
              </a:defRPr>
            </a:lvl9pPr>
          </a:lstStyle>
          <a:p xmlns:a="http://schemas.openxmlformats.org/drawingml/2006/main">
            <a:pPr algn="l">
              <a:defRPr sz="975" b="1">
                <a:solidFill>
                  <a:srgbClr val="62708A"/>
                </a:solidFill>
                <a:latin typeface="Arial"/>
                <a:ea typeface="Arial"/>
                <a:cs typeface="Arial"/>
              </a:defRPr>
            </a:pPr>
            <a:r>
              <a:rPr sz="975" b="1">
                <a:solidFill>
                  <a:srgbClr val="62708A"/>
                </a:solidFill>
                <a:latin typeface="Arial"/>
                <a:ea typeface="Arial"/>
                <a:cs typeface="Arial"/>
              </a:rPr>
              <a:t>FLEETPRO  ·  Semana 10</a:t>
            </a:r>
          </a:p>
        </p:txBody>
      </p:sp>
      <p:sp>
        <p:nvSpPr>
          <p:cNvPr id="6" name="">
            <a:extLst xmlns:a="http://schemas.openxmlformats.org/drawingml/2006/main">
              <a:ext uri="{FF2B5EF4-FFF2-40B4-BE49-F238E27FC236}">
                <a16:creationId xmlns:a16="http://schemas.microsoft.com/office/drawing/2014/main" id="{5E3A92D9-EEC7-4EC6-980B-0AE44D65E016}"/>
              </a:ext>
            </a:extLst>
          </p:cNvPr>
          <p:cNvSpPr>
            <a:spLocks xmlns:a="http://schemas.openxmlformats.org/drawingml/2006/main" noGrp="1"/>
          </p:cNvSpPr>
          <p:nvPr/>
        </p:nvSpPr>
        <p:spPr>
          <a:xfrm xmlns:a="http://schemas.openxmlformats.org/drawingml/2006/main">
            <a:off x="11049000" y="63150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62708A"/>
                </a:solidFill>
                <a:latin typeface="Arial"/>
                <a:ea typeface="Arial"/>
                <a:cs typeface="Arial"/>
              </a:defRPr>
            </a:defPPr>
            <a:lvl1pPr algn="r">
              <a:defRPr sz="975" b="1">
                <a:solidFill>
                  <a:srgbClr val="62708A"/>
                </a:solidFill>
                <a:latin typeface="Arial"/>
                <a:ea typeface="Arial"/>
                <a:cs typeface="Arial"/>
              </a:defRPr>
            </a:lvl1pPr>
            <a:lvl2pPr algn="r">
              <a:defRPr sz="975" b="1">
                <a:solidFill>
                  <a:srgbClr val="62708A"/>
                </a:solidFill>
                <a:latin typeface="Arial"/>
                <a:ea typeface="Arial"/>
                <a:cs typeface="Arial"/>
              </a:defRPr>
            </a:lvl2pPr>
            <a:lvl3pPr algn="r">
              <a:defRPr sz="975" b="1">
                <a:solidFill>
                  <a:srgbClr val="62708A"/>
                </a:solidFill>
                <a:latin typeface="Arial"/>
                <a:ea typeface="Arial"/>
                <a:cs typeface="Arial"/>
              </a:defRPr>
            </a:lvl3pPr>
            <a:lvl4pPr algn="r">
              <a:defRPr sz="975" b="1">
                <a:solidFill>
                  <a:srgbClr val="62708A"/>
                </a:solidFill>
                <a:latin typeface="Arial"/>
                <a:ea typeface="Arial"/>
                <a:cs typeface="Arial"/>
              </a:defRPr>
            </a:lvl4pPr>
            <a:lvl5pPr algn="r">
              <a:defRPr sz="975" b="1">
                <a:solidFill>
                  <a:srgbClr val="62708A"/>
                </a:solidFill>
                <a:latin typeface="Arial"/>
                <a:ea typeface="Arial"/>
                <a:cs typeface="Arial"/>
              </a:defRPr>
            </a:lvl5pPr>
            <a:lvl6pPr algn="r">
              <a:defRPr sz="975" b="1">
                <a:solidFill>
                  <a:srgbClr val="62708A"/>
                </a:solidFill>
                <a:latin typeface="Arial"/>
                <a:ea typeface="Arial"/>
                <a:cs typeface="Arial"/>
              </a:defRPr>
            </a:lvl6pPr>
            <a:lvl7pPr algn="r">
              <a:defRPr sz="975" b="1">
                <a:solidFill>
                  <a:srgbClr val="62708A"/>
                </a:solidFill>
                <a:latin typeface="Arial"/>
                <a:ea typeface="Arial"/>
                <a:cs typeface="Arial"/>
              </a:defRPr>
            </a:lvl7pPr>
            <a:lvl8pPr algn="r">
              <a:defRPr sz="975" b="1">
                <a:solidFill>
                  <a:srgbClr val="62708A"/>
                </a:solidFill>
                <a:latin typeface="Arial"/>
                <a:ea typeface="Arial"/>
                <a:cs typeface="Arial"/>
              </a:defRPr>
            </a:lvl8pPr>
            <a:lvl9pPr algn="r">
              <a:defRPr sz="975" b="1">
                <a:solidFill>
                  <a:srgbClr val="62708A"/>
                </a:solidFill>
                <a:latin typeface="Arial"/>
                <a:ea typeface="Arial"/>
                <a:cs typeface="Arial"/>
              </a:defRPr>
            </a:lvl9pPr>
          </a:lstStyle>
          <a:p xmlns:a="http://schemas.openxmlformats.org/drawingml/2006/main">
            <a:pPr algn="r">
              <a:defRPr sz="975" b="1">
                <a:solidFill>
                  <a:srgbClr val="62708A"/>
                </a:solidFill>
                <a:latin typeface="Arial"/>
                <a:ea typeface="Arial"/>
                <a:cs typeface="Arial"/>
              </a:defRPr>
            </a:pPr>
            <a:r>
              <a:rPr sz="975" b="1">
                <a:solidFill>
                  <a:srgbClr val="62708A"/>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F2C1D331-08A4-4283-A510-68F557A8F6D2}"/>
              </a:ext>
            </a:extLst>
          </p:cNvPr>
          <p:cNvSpPr>
            <a:spLocks xmlns:a="http://schemas.openxmlformats.org/drawingml/2006/main" noGrp="1"/>
          </p:cNvSpPr>
          <p:nvPr/>
        </p:nvSpPr>
        <p:spPr>
          <a:xfrm xmlns:a="http://schemas.openxmlformats.org/drawingml/2006/main">
            <a:off x="609600" y="1809750"/>
            <a:ext cx="52197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CE3EF"/>
            </a:solidFill>
            <a:prstDash val="solid"/>
          </a:ln>
        </p:spPr>
      </p:sp>
      <p:sp>
        <p:nvSpPr>
          <p:cNvPr id="8" name="">
            <a:extLst xmlns:a="http://schemas.openxmlformats.org/drawingml/2006/main">
              <a:ext uri="{FF2B5EF4-FFF2-40B4-BE49-F238E27FC236}">
                <a16:creationId xmlns:a16="http://schemas.microsoft.com/office/drawing/2014/main" id="{E25E4EEB-9DF8-46B2-B8E4-E2B958C0FDA4}"/>
              </a:ext>
            </a:extLst>
          </p:cNvPr>
          <p:cNvSpPr>
            <a:spLocks xmlns:a="http://schemas.openxmlformats.org/drawingml/2006/main" noGrp="1"/>
          </p:cNvSpPr>
          <p:nvPr/>
        </p:nvSpPr>
        <p:spPr>
          <a:xfrm xmlns:a="http://schemas.openxmlformats.org/drawingml/2006/main">
            <a:off x="6362700" y="1809750"/>
            <a:ext cx="52197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CE3EF"/>
            </a:solidFill>
            <a:prstDash val="solid"/>
          </a:ln>
        </p:spPr>
      </p:sp>
      <p:sp>
        <p:nvSpPr>
          <p:cNvPr id="9" name="">
            <a:extLst xmlns:a="http://schemas.openxmlformats.org/drawingml/2006/main">
              <a:ext uri="{FF2B5EF4-FFF2-40B4-BE49-F238E27FC236}">
                <a16:creationId xmlns:a16="http://schemas.microsoft.com/office/drawing/2014/main" id="{EAE201C6-53D1-493D-9C24-D170920C45BC}"/>
              </a:ext>
            </a:extLst>
          </p:cNvPr>
          <p:cNvSpPr>
            <a:spLocks xmlns:a="http://schemas.openxmlformats.org/drawingml/2006/main" noGrp="1"/>
          </p:cNvSpPr>
          <p:nvPr/>
        </p:nvSpPr>
        <p:spPr>
          <a:xfrm xmlns:a="http://schemas.openxmlformats.org/drawingml/2006/main">
            <a:off x="914400" y="20574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2864E8"/>
                </a:solidFill>
                <a:latin typeface="Arial"/>
                <a:ea typeface="Arial"/>
                <a:cs typeface="Arial"/>
              </a:defRPr>
            </a:defPPr>
            <a:lvl1pPr algn="l">
              <a:defRPr sz="1725" b="1">
                <a:solidFill>
                  <a:srgbClr val="2864E8"/>
                </a:solidFill>
                <a:latin typeface="Arial"/>
                <a:ea typeface="Arial"/>
                <a:cs typeface="Arial"/>
              </a:defRPr>
            </a:lvl1pPr>
            <a:lvl2pPr algn="l">
              <a:defRPr sz="1725" b="1">
                <a:solidFill>
                  <a:srgbClr val="2864E8"/>
                </a:solidFill>
                <a:latin typeface="Arial"/>
                <a:ea typeface="Arial"/>
                <a:cs typeface="Arial"/>
              </a:defRPr>
            </a:lvl2pPr>
            <a:lvl3pPr algn="l">
              <a:defRPr sz="1725" b="1">
                <a:solidFill>
                  <a:srgbClr val="2864E8"/>
                </a:solidFill>
                <a:latin typeface="Arial"/>
                <a:ea typeface="Arial"/>
                <a:cs typeface="Arial"/>
              </a:defRPr>
            </a:lvl3pPr>
            <a:lvl4pPr algn="l">
              <a:defRPr sz="1725" b="1">
                <a:solidFill>
                  <a:srgbClr val="2864E8"/>
                </a:solidFill>
                <a:latin typeface="Arial"/>
                <a:ea typeface="Arial"/>
                <a:cs typeface="Arial"/>
              </a:defRPr>
            </a:lvl4pPr>
            <a:lvl5pPr algn="l">
              <a:defRPr sz="1725" b="1">
                <a:solidFill>
                  <a:srgbClr val="2864E8"/>
                </a:solidFill>
                <a:latin typeface="Arial"/>
                <a:ea typeface="Arial"/>
                <a:cs typeface="Arial"/>
              </a:defRPr>
            </a:lvl5pPr>
            <a:lvl6pPr algn="l">
              <a:defRPr sz="1725" b="1">
                <a:solidFill>
                  <a:srgbClr val="2864E8"/>
                </a:solidFill>
                <a:latin typeface="Arial"/>
                <a:ea typeface="Arial"/>
                <a:cs typeface="Arial"/>
              </a:defRPr>
            </a:lvl6pPr>
            <a:lvl7pPr algn="l">
              <a:defRPr sz="1725" b="1">
                <a:solidFill>
                  <a:srgbClr val="2864E8"/>
                </a:solidFill>
                <a:latin typeface="Arial"/>
                <a:ea typeface="Arial"/>
                <a:cs typeface="Arial"/>
              </a:defRPr>
            </a:lvl7pPr>
            <a:lvl8pPr algn="l">
              <a:defRPr sz="1725" b="1">
                <a:solidFill>
                  <a:srgbClr val="2864E8"/>
                </a:solidFill>
                <a:latin typeface="Arial"/>
                <a:ea typeface="Arial"/>
                <a:cs typeface="Arial"/>
              </a:defRPr>
            </a:lvl8pPr>
            <a:lvl9pPr algn="l">
              <a:defRPr sz="1725" b="1">
                <a:solidFill>
                  <a:srgbClr val="2864E8"/>
                </a:solidFill>
                <a:latin typeface="Arial"/>
                <a:ea typeface="Arial"/>
                <a:cs typeface="Arial"/>
              </a:defRPr>
            </a:lvl9pPr>
          </a:lstStyle>
          <a:p xmlns:a="http://schemas.openxmlformats.org/drawingml/2006/main">
            <a:pPr algn="l">
              <a:defRPr sz="1725" b="1">
                <a:solidFill>
                  <a:srgbClr val="2864E8"/>
                </a:solidFill>
                <a:latin typeface="Arial"/>
                <a:ea typeface="Arial"/>
                <a:cs typeface="Arial"/>
              </a:defRPr>
            </a:pPr>
            <a:r>
              <a:rPr sz="1725" b="1">
                <a:solidFill>
                  <a:srgbClr val="2864E8"/>
                </a:solidFill>
                <a:latin typeface="Arial"/>
                <a:ea typeface="Arial"/>
                <a:cs typeface="Arial"/>
              </a:rPr>
              <a:t>Validación</a:t>
            </a:r>
          </a:p>
        </p:txBody>
      </p:sp>
      <p:sp>
        <p:nvSpPr>
          <p:cNvPr id="10" name="">
            <a:extLst xmlns:a="http://schemas.openxmlformats.org/drawingml/2006/main">
              <a:ext uri="{FF2B5EF4-FFF2-40B4-BE49-F238E27FC236}">
                <a16:creationId xmlns:a16="http://schemas.microsoft.com/office/drawing/2014/main" id="{1FFF9966-8333-4682-8174-D88E2AC93706}"/>
              </a:ext>
            </a:extLst>
          </p:cNvPr>
          <p:cNvSpPr>
            <a:spLocks xmlns:a="http://schemas.openxmlformats.org/drawingml/2006/main" noGrp="1"/>
          </p:cNvSpPr>
          <p:nvPr/>
        </p:nvSpPr>
        <p:spPr>
          <a:xfrm xmlns:a="http://schemas.openxmlformats.org/drawingml/2006/main">
            <a:off x="6667500" y="20574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F58A22"/>
                </a:solidFill>
                <a:latin typeface="Arial"/>
                <a:ea typeface="Arial"/>
                <a:cs typeface="Arial"/>
              </a:defRPr>
            </a:defPPr>
            <a:lvl1pPr algn="l">
              <a:defRPr sz="1725" b="1">
                <a:solidFill>
                  <a:srgbClr val="F58A22"/>
                </a:solidFill>
                <a:latin typeface="Arial"/>
                <a:ea typeface="Arial"/>
                <a:cs typeface="Arial"/>
              </a:defRPr>
            </a:lvl1pPr>
            <a:lvl2pPr algn="l">
              <a:defRPr sz="1725" b="1">
                <a:solidFill>
                  <a:srgbClr val="F58A22"/>
                </a:solidFill>
                <a:latin typeface="Arial"/>
                <a:ea typeface="Arial"/>
                <a:cs typeface="Arial"/>
              </a:defRPr>
            </a:lvl2pPr>
            <a:lvl3pPr algn="l">
              <a:defRPr sz="1725" b="1">
                <a:solidFill>
                  <a:srgbClr val="F58A22"/>
                </a:solidFill>
                <a:latin typeface="Arial"/>
                <a:ea typeface="Arial"/>
                <a:cs typeface="Arial"/>
              </a:defRPr>
            </a:lvl3pPr>
            <a:lvl4pPr algn="l">
              <a:defRPr sz="1725" b="1">
                <a:solidFill>
                  <a:srgbClr val="F58A22"/>
                </a:solidFill>
                <a:latin typeface="Arial"/>
                <a:ea typeface="Arial"/>
                <a:cs typeface="Arial"/>
              </a:defRPr>
            </a:lvl4pPr>
            <a:lvl5pPr algn="l">
              <a:defRPr sz="1725" b="1">
                <a:solidFill>
                  <a:srgbClr val="F58A22"/>
                </a:solidFill>
                <a:latin typeface="Arial"/>
                <a:ea typeface="Arial"/>
                <a:cs typeface="Arial"/>
              </a:defRPr>
            </a:lvl5pPr>
            <a:lvl6pPr algn="l">
              <a:defRPr sz="1725" b="1">
                <a:solidFill>
                  <a:srgbClr val="F58A22"/>
                </a:solidFill>
                <a:latin typeface="Arial"/>
                <a:ea typeface="Arial"/>
                <a:cs typeface="Arial"/>
              </a:defRPr>
            </a:lvl6pPr>
            <a:lvl7pPr algn="l">
              <a:defRPr sz="1725" b="1">
                <a:solidFill>
                  <a:srgbClr val="F58A22"/>
                </a:solidFill>
                <a:latin typeface="Arial"/>
                <a:ea typeface="Arial"/>
                <a:cs typeface="Arial"/>
              </a:defRPr>
            </a:lvl7pPr>
            <a:lvl8pPr algn="l">
              <a:defRPr sz="1725" b="1">
                <a:solidFill>
                  <a:srgbClr val="F58A22"/>
                </a:solidFill>
                <a:latin typeface="Arial"/>
                <a:ea typeface="Arial"/>
                <a:cs typeface="Arial"/>
              </a:defRPr>
            </a:lvl8pPr>
            <a:lvl9pPr algn="l">
              <a:defRPr sz="1725" b="1">
                <a:solidFill>
                  <a:srgbClr val="F58A22"/>
                </a:solidFill>
                <a:latin typeface="Arial"/>
                <a:ea typeface="Arial"/>
                <a:cs typeface="Arial"/>
              </a:defRPr>
            </a:lvl9pPr>
          </a:lstStyle>
          <a:p xmlns:a="http://schemas.openxmlformats.org/drawingml/2006/main">
            <a:pPr algn="l">
              <a:defRPr sz="1725" b="1">
                <a:solidFill>
                  <a:srgbClr val="F58A22"/>
                </a:solidFill>
                <a:latin typeface="Arial"/>
                <a:ea typeface="Arial"/>
                <a:cs typeface="Arial"/>
              </a:defRPr>
            </a:pPr>
            <a:r>
              <a:rPr sz="1725" b="1">
                <a:solidFill>
                  <a:srgbClr val="F58A22"/>
                </a:solidFill>
                <a:latin typeface="Arial"/>
                <a:ea typeface="Arial"/>
                <a:cs typeface="Arial"/>
              </a:rPr>
              <a:t>Persistencia</a:t>
            </a:r>
          </a:p>
        </p:txBody>
      </p:sp>
      <p:sp>
        <p:nvSpPr>
          <p:cNvPr id="11" name="">
            <a:extLst xmlns:a="http://schemas.openxmlformats.org/drawingml/2006/main">
              <a:ext uri="{FF2B5EF4-FFF2-40B4-BE49-F238E27FC236}">
                <a16:creationId xmlns:a16="http://schemas.microsoft.com/office/drawing/2014/main" id="{A599EA08-6334-401C-805B-D9CB0B3C1732}"/>
              </a:ext>
            </a:extLst>
          </p:cNvPr>
          <p:cNvSpPr>
            <a:spLocks xmlns:a="http://schemas.openxmlformats.org/drawingml/2006/main" noGrp="1"/>
          </p:cNvSpPr>
          <p:nvPr/>
        </p:nvSpPr>
        <p:spPr>
          <a:xfrm xmlns:a="http://schemas.openxmlformats.org/drawingml/2006/main">
            <a:off x="914400" y="2724150"/>
            <a:ext cx="85725" cy="85725"/>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1565AF2-98A1-443D-BA2B-0385DF184ABA}"/>
              </a:ext>
            </a:extLst>
          </p:cNvPr>
          <p:cNvSpPr>
            <a:spLocks xmlns:a="http://schemas.openxmlformats.org/drawingml/2006/main" noGrp="1"/>
          </p:cNvSpPr>
          <p:nvPr/>
        </p:nvSpPr>
        <p:spPr>
          <a:xfrm xmlns:a="http://schemas.openxmlformats.org/drawingml/2006/main">
            <a:off x="1123950" y="2628900"/>
            <a:ext cx="4314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Acceso limitado a sesión con rol administrador.</a:t>
            </a:r>
          </a:p>
        </p:txBody>
      </p:sp>
      <p:sp>
        <p:nvSpPr>
          <p:cNvPr id="13" name="">
            <a:extLst xmlns:a="http://schemas.openxmlformats.org/drawingml/2006/main">
              <a:ext uri="{FF2B5EF4-FFF2-40B4-BE49-F238E27FC236}">
                <a16:creationId xmlns:a16="http://schemas.microsoft.com/office/drawing/2014/main" id="{10A9F4DB-9782-46F2-A26C-0D87740C2718}"/>
              </a:ext>
            </a:extLst>
          </p:cNvPr>
          <p:cNvSpPr>
            <a:spLocks xmlns:a="http://schemas.openxmlformats.org/drawingml/2006/main" noGrp="1"/>
          </p:cNvSpPr>
          <p:nvPr/>
        </p:nvSpPr>
        <p:spPr>
          <a:xfrm xmlns:a="http://schemas.openxmlformats.org/drawingml/2006/main">
            <a:off x="914400" y="3362325"/>
            <a:ext cx="85725" cy="85725"/>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82FF3AC-D275-45D8-A9E1-0F9E9DC861A7}"/>
              </a:ext>
            </a:extLst>
          </p:cNvPr>
          <p:cNvSpPr>
            <a:spLocks xmlns:a="http://schemas.openxmlformats.org/drawingml/2006/main" noGrp="1"/>
          </p:cNvSpPr>
          <p:nvPr/>
        </p:nvSpPr>
        <p:spPr>
          <a:xfrm xmlns:a="http://schemas.openxmlformats.org/drawingml/2006/main">
            <a:off x="1123950" y="3267075"/>
            <a:ext cx="4314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Cliente y vehículo deben existir para cada servicio.</a:t>
            </a:r>
          </a:p>
        </p:txBody>
      </p:sp>
      <p:sp>
        <p:nvSpPr>
          <p:cNvPr id="15" name="">
            <a:extLst xmlns:a="http://schemas.openxmlformats.org/drawingml/2006/main">
              <a:ext uri="{FF2B5EF4-FFF2-40B4-BE49-F238E27FC236}">
                <a16:creationId xmlns:a16="http://schemas.microsoft.com/office/drawing/2014/main" id="{96295881-456C-44CC-B556-847A238305C3}"/>
              </a:ext>
            </a:extLst>
          </p:cNvPr>
          <p:cNvSpPr>
            <a:spLocks xmlns:a="http://schemas.openxmlformats.org/drawingml/2006/main" noGrp="1"/>
          </p:cNvSpPr>
          <p:nvPr/>
        </p:nvSpPr>
        <p:spPr>
          <a:xfrm xmlns:a="http://schemas.openxmlformats.org/drawingml/2006/main">
            <a:off x="914400" y="4000500"/>
            <a:ext cx="85725" cy="85725"/>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2DD660-6546-4039-BFC7-9F2E453102EA}"/>
              </a:ext>
            </a:extLst>
          </p:cNvPr>
          <p:cNvSpPr>
            <a:spLocks xmlns:a="http://schemas.openxmlformats.org/drawingml/2006/main" noGrp="1"/>
          </p:cNvSpPr>
          <p:nvPr/>
        </p:nvSpPr>
        <p:spPr>
          <a:xfrm xmlns:a="http://schemas.openxmlformats.org/drawingml/2006/main">
            <a:off x="1123950" y="3905250"/>
            <a:ext cx="4314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Cantidad positiva y precio estimado no negativo.</a:t>
            </a:r>
          </a:p>
        </p:txBody>
      </p:sp>
      <p:sp>
        <p:nvSpPr>
          <p:cNvPr id="17" name="">
            <a:extLst xmlns:a="http://schemas.openxmlformats.org/drawingml/2006/main">
              <a:ext uri="{FF2B5EF4-FFF2-40B4-BE49-F238E27FC236}">
                <a16:creationId xmlns:a16="http://schemas.microsoft.com/office/drawing/2014/main" id="{E1CBF884-8C6A-421A-82DD-FEC5C91C649E}"/>
              </a:ext>
            </a:extLst>
          </p:cNvPr>
          <p:cNvSpPr>
            <a:spLocks xmlns:a="http://schemas.openxmlformats.org/drawingml/2006/main" noGrp="1"/>
          </p:cNvSpPr>
          <p:nvPr/>
        </p:nvSpPr>
        <p:spPr>
          <a:xfrm xmlns:a="http://schemas.openxmlformats.org/drawingml/2006/main">
            <a:off x="914400" y="4638675"/>
            <a:ext cx="85725" cy="85725"/>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C2C7728-E3E8-4412-91C1-17F762875967}"/>
              </a:ext>
            </a:extLst>
          </p:cNvPr>
          <p:cNvSpPr>
            <a:spLocks xmlns:a="http://schemas.openxmlformats.org/drawingml/2006/main" noGrp="1"/>
          </p:cNvSpPr>
          <p:nvPr/>
        </p:nvSpPr>
        <p:spPr>
          <a:xfrm xmlns:a="http://schemas.openxmlformats.org/drawingml/2006/main">
            <a:off x="1123950" y="4543425"/>
            <a:ext cx="4314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La solicitud solo se convierte si fue aprobada.</a:t>
            </a:r>
          </a:p>
        </p:txBody>
      </p:sp>
      <p:sp>
        <p:nvSpPr>
          <p:cNvPr id="19" name="">
            <a:extLst xmlns:a="http://schemas.openxmlformats.org/drawingml/2006/main">
              <a:ext uri="{FF2B5EF4-FFF2-40B4-BE49-F238E27FC236}">
                <a16:creationId xmlns:a16="http://schemas.microsoft.com/office/drawing/2014/main" id="{B915C737-8BFD-4EEC-B905-5E7C3F7FD7C0}"/>
              </a:ext>
            </a:extLst>
          </p:cNvPr>
          <p:cNvSpPr>
            <a:spLocks xmlns:a="http://schemas.openxmlformats.org/drawingml/2006/main" noGrp="1"/>
          </p:cNvSpPr>
          <p:nvPr/>
        </p:nvSpPr>
        <p:spPr>
          <a:xfrm xmlns:a="http://schemas.openxmlformats.org/drawingml/2006/main">
            <a:off x="6667500" y="272415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C9ED4A7-5E17-4812-AD7C-C33ECD532750}"/>
              </a:ext>
            </a:extLst>
          </p:cNvPr>
          <p:cNvSpPr>
            <a:spLocks xmlns:a="http://schemas.openxmlformats.org/drawingml/2006/main" noGrp="1"/>
          </p:cNvSpPr>
          <p:nvPr/>
        </p:nvSpPr>
        <p:spPr>
          <a:xfrm xmlns:a="http://schemas.openxmlformats.org/drawingml/2006/main">
            <a:off x="6877050" y="2628900"/>
            <a:ext cx="4314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Conversión de SOLPED y detalle en una transacción.</a:t>
            </a:r>
          </a:p>
        </p:txBody>
      </p:sp>
      <p:sp>
        <p:nvSpPr>
          <p:cNvPr id="21" name="">
            <a:extLst xmlns:a="http://schemas.openxmlformats.org/drawingml/2006/main">
              <a:ext uri="{FF2B5EF4-FFF2-40B4-BE49-F238E27FC236}">
                <a16:creationId xmlns:a16="http://schemas.microsoft.com/office/drawing/2014/main" id="{FBC2BBD9-67C1-4CB7-933F-4C01C7C7520D}"/>
              </a:ext>
            </a:extLst>
          </p:cNvPr>
          <p:cNvSpPr>
            <a:spLocks xmlns:a="http://schemas.openxmlformats.org/drawingml/2006/main" noGrp="1"/>
          </p:cNvSpPr>
          <p:nvPr/>
        </p:nvSpPr>
        <p:spPr>
          <a:xfrm xmlns:a="http://schemas.openxmlformats.org/drawingml/2006/main">
            <a:off x="6667500" y="3362325"/>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30721DC-D2EE-4A65-9B32-787E1E4B19BB}"/>
              </a:ext>
            </a:extLst>
          </p:cNvPr>
          <p:cNvSpPr>
            <a:spLocks xmlns:a="http://schemas.openxmlformats.org/drawingml/2006/main" noGrp="1"/>
          </p:cNvSpPr>
          <p:nvPr/>
        </p:nvSpPr>
        <p:spPr>
          <a:xfrm xmlns:a="http://schemas.openxmlformats.org/drawingml/2006/main">
            <a:off x="6877050" y="3267075"/>
            <a:ext cx="4314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Una sola factura o boleta puede quedar emitida.</a:t>
            </a:r>
          </a:p>
        </p:txBody>
      </p:sp>
      <p:sp>
        <p:nvSpPr>
          <p:cNvPr id="23" name="">
            <a:extLst xmlns:a="http://schemas.openxmlformats.org/drawingml/2006/main">
              <a:ext uri="{FF2B5EF4-FFF2-40B4-BE49-F238E27FC236}">
                <a16:creationId xmlns:a16="http://schemas.microsoft.com/office/drawing/2014/main" id="{0DABAED8-6E17-4ED3-B839-3E6FA572E6E7}"/>
              </a:ext>
            </a:extLst>
          </p:cNvPr>
          <p:cNvSpPr>
            <a:spLocks xmlns:a="http://schemas.openxmlformats.org/drawingml/2006/main" noGrp="1"/>
          </p:cNvSpPr>
          <p:nvPr/>
        </p:nvSpPr>
        <p:spPr>
          <a:xfrm xmlns:a="http://schemas.openxmlformats.org/drawingml/2006/main">
            <a:off x="6667500" y="400050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AA358D3-9AFB-4958-838F-B8847B171238}"/>
              </a:ext>
            </a:extLst>
          </p:cNvPr>
          <p:cNvSpPr>
            <a:spLocks xmlns:a="http://schemas.openxmlformats.org/drawingml/2006/main" noGrp="1"/>
          </p:cNvSpPr>
          <p:nvPr/>
        </p:nvSpPr>
        <p:spPr>
          <a:xfrm xmlns:a="http://schemas.openxmlformats.org/drawingml/2006/main">
            <a:off x="6877050" y="3905250"/>
            <a:ext cx="4314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Serie y número únicos por tipo de documento.</a:t>
            </a:r>
          </a:p>
        </p:txBody>
      </p:sp>
      <p:sp>
        <p:nvSpPr>
          <p:cNvPr id="25" name="">
            <a:extLst xmlns:a="http://schemas.openxmlformats.org/drawingml/2006/main">
              <a:ext uri="{FF2B5EF4-FFF2-40B4-BE49-F238E27FC236}">
                <a16:creationId xmlns:a16="http://schemas.microsoft.com/office/drawing/2014/main" id="{64C23833-7AC0-4F00-BBEF-ADC066CA913D}"/>
              </a:ext>
            </a:extLst>
          </p:cNvPr>
          <p:cNvSpPr>
            <a:spLocks xmlns:a="http://schemas.openxmlformats.org/drawingml/2006/main" noGrp="1"/>
          </p:cNvSpPr>
          <p:nvPr/>
        </p:nvSpPr>
        <p:spPr>
          <a:xfrm xmlns:a="http://schemas.openxmlformats.org/drawingml/2006/main">
            <a:off x="6667500" y="4638675"/>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7F2F43C-CD2E-428D-A989-FD8FDE87AA20}"/>
              </a:ext>
            </a:extLst>
          </p:cNvPr>
          <p:cNvSpPr>
            <a:spLocks xmlns:a="http://schemas.openxmlformats.org/drawingml/2006/main" noGrp="1"/>
          </p:cNvSpPr>
          <p:nvPr/>
        </p:nvSpPr>
        <p:spPr>
          <a:xfrm xmlns:a="http://schemas.openxmlformats.org/drawingml/2006/main">
            <a:off x="6877050" y="4543425"/>
            <a:ext cx="43148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Anulación conserva el registro y actualiza el estado.</a:t>
            </a:r>
          </a:p>
        </p:txBody>
      </p:sp>
    </p:spTree>
    <p:extLst>
      <p:ext uri="{BB962C8B-B14F-4D97-AF65-F5344CB8AC3E}">
        <p14:creationId xmlns:p14="http://schemas.microsoft.com/office/powerpoint/2010/main" val="16017670"/>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319C8E69-0741-4F86-A817-E4A468878BB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864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C933C6-03B1-43FF-B2BC-43E3008653FE}"/>
              </a:ext>
            </a:extLst>
          </p:cNvPr>
          <p:cNvSpPr>
            <a:spLocks xmlns:a="http://schemas.openxmlformats.org/drawingml/2006/main" noGrp="1"/>
          </p:cNvSpPr>
          <p:nvPr/>
        </p:nvSpPr>
        <p:spPr>
          <a:xfrm xmlns:a="http://schemas.openxmlformats.org/drawingml/2006/main">
            <a:off x="609600" y="333375"/>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2864E8"/>
                </a:solidFill>
                <a:latin typeface="Arial"/>
                <a:ea typeface="Arial"/>
                <a:cs typeface="Arial"/>
              </a:defRPr>
            </a:defPPr>
            <a:lvl1pPr algn="l">
              <a:defRPr sz="1050" b="1">
                <a:solidFill>
                  <a:srgbClr val="2864E8"/>
                </a:solidFill>
                <a:latin typeface="Arial"/>
                <a:ea typeface="Arial"/>
                <a:cs typeface="Arial"/>
              </a:defRPr>
            </a:lvl1pPr>
            <a:lvl2pPr algn="l">
              <a:defRPr sz="1050" b="1">
                <a:solidFill>
                  <a:srgbClr val="2864E8"/>
                </a:solidFill>
                <a:latin typeface="Arial"/>
                <a:ea typeface="Arial"/>
                <a:cs typeface="Arial"/>
              </a:defRPr>
            </a:lvl2pPr>
            <a:lvl3pPr algn="l">
              <a:defRPr sz="1050" b="1">
                <a:solidFill>
                  <a:srgbClr val="2864E8"/>
                </a:solidFill>
                <a:latin typeface="Arial"/>
                <a:ea typeface="Arial"/>
                <a:cs typeface="Arial"/>
              </a:defRPr>
            </a:lvl3pPr>
            <a:lvl4pPr algn="l">
              <a:defRPr sz="1050" b="1">
                <a:solidFill>
                  <a:srgbClr val="2864E8"/>
                </a:solidFill>
                <a:latin typeface="Arial"/>
                <a:ea typeface="Arial"/>
                <a:cs typeface="Arial"/>
              </a:defRPr>
            </a:lvl4pPr>
            <a:lvl5pPr algn="l">
              <a:defRPr sz="1050" b="1">
                <a:solidFill>
                  <a:srgbClr val="2864E8"/>
                </a:solidFill>
                <a:latin typeface="Arial"/>
                <a:ea typeface="Arial"/>
                <a:cs typeface="Arial"/>
              </a:defRPr>
            </a:lvl5pPr>
            <a:lvl6pPr algn="l">
              <a:defRPr sz="1050" b="1">
                <a:solidFill>
                  <a:srgbClr val="2864E8"/>
                </a:solidFill>
                <a:latin typeface="Arial"/>
                <a:ea typeface="Arial"/>
                <a:cs typeface="Arial"/>
              </a:defRPr>
            </a:lvl6pPr>
            <a:lvl7pPr algn="l">
              <a:defRPr sz="1050" b="1">
                <a:solidFill>
                  <a:srgbClr val="2864E8"/>
                </a:solidFill>
                <a:latin typeface="Arial"/>
                <a:ea typeface="Arial"/>
                <a:cs typeface="Arial"/>
              </a:defRPr>
            </a:lvl7pPr>
            <a:lvl8pPr algn="l">
              <a:defRPr sz="1050" b="1">
                <a:solidFill>
                  <a:srgbClr val="2864E8"/>
                </a:solidFill>
                <a:latin typeface="Arial"/>
                <a:ea typeface="Arial"/>
                <a:cs typeface="Arial"/>
              </a:defRPr>
            </a:lvl8pPr>
            <a:lvl9pPr algn="l">
              <a:defRPr sz="1050" b="1">
                <a:solidFill>
                  <a:srgbClr val="2864E8"/>
                </a:solidFill>
                <a:latin typeface="Arial"/>
                <a:ea typeface="Arial"/>
                <a:cs typeface="Arial"/>
              </a:defRPr>
            </a:lvl9pPr>
          </a:lstStyle>
          <a:p xmlns:a="http://schemas.openxmlformats.org/drawingml/2006/main">
            <a:pPr algn="l">
              <a:defRPr sz="1050" b="1">
                <a:solidFill>
                  <a:srgbClr val="2864E8"/>
                </a:solidFill>
                <a:latin typeface="Arial"/>
                <a:ea typeface="Arial"/>
                <a:cs typeface="Arial"/>
              </a:defRPr>
            </a:pPr>
            <a:r>
              <a:rPr sz="1050" b="1">
                <a:solidFill>
                  <a:srgbClr val="2864E8"/>
                </a:solidFill>
                <a:latin typeface="Arial"/>
                <a:ea typeface="Arial"/>
                <a:cs typeface="Arial"/>
              </a:rPr>
              <a:t>CRUD DE VENTAS</a:t>
            </a:r>
          </a:p>
        </p:txBody>
      </p:sp>
      <p:sp>
        <p:nvSpPr>
          <p:cNvPr id="3" name="">
            <a:extLst xmlns:a="http://schemas.openxmlformats.org/drawingml/2006/main">
              <a:ext uri="{FF2B5EF4-FFF2-40B4-BE49-F238E27FC236}">
                <a16:creationId xmlns:a16="http://schemas.microsoft.com/office/drawing/2014/main" id="{6054CC94-E8E9-44B8-9A8A-590CEBAA4A9D}"/>
              </a:ext>
            </a:extLst>
          </p:cNvPr>
          <p:cNvSpPr>
            <a:spLocks xmlns:a="http://schemas.openxmlformats.org/drawingml/2006/main" noGrp="1"/>
          </p:cNvSpPr>
          <p:nvPr/>
        </p:nvSpPr>
        <p:spPr>
          <a:xfrm xmlns:a="http://schemas.openxmlformats.org/drawingml/2006/main">
            <a:off x="609600" y="6381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213C"/>
                </a:solidFill>
                <a:latin typeface="Arial"/>
                <a:ea typeface="Arial"/>
                <a:cs typeface="Arial"/>
              </a:defRPr>
            </a:defPPr>
            <a:lvl1pPr algn="l">
              <a:defRPr sz="2550" b="1">
                <a:solidFill>
                  <a:srgbClr val="15213C"/>
                </a:solidFill>
                <a:latin typeface="Arial"/>
                <a:ea typeface="Arial"/>
                <a:cs typeface="Arial"/>
              </a:defRPr>
            </a:lvl1pPr>
            <a:lvl2pPr algn="l">
              <a:defRPr sz="2550" b="1">
                <a:solidFill>
                  <a:srgbClr val="15213C"/>
                </a:solidFill>
                <a:latin typeface="Arial"/>
                <a:ea typeface="Arial"/>
                <a:cs typeface="Arial"/>
              </a:defRPr>
            </a:lvl2pPr>
            <a:lvl3pPr algn="l">
              <a:defRPr sz="2550" b="1">
                <a:solidFill>
                  <a:srgbClr val="15213C"/>
                </a:solidFill>
                <a:latin typeface="Arial"/>
                <a:ea typeface="Arial"/>
                <a:cs typeface="Arial"/>
              </a:defRPr>
            </a:lvl3pPr>
            <a:lvl4pPr algn="l">
              <a:defRPr sz="2550" b="1">
                <a:solidFill>
                  <a:srgbClr val="15213C"/>
                </a:solidFill>
                <a:latin typeface="Arial"/>
                <a:ea typeface="Arial"/>
                <a:cs typeface="Arial"/>
              </a:defRPr>
            </a:lvl4pPr>
            <a:lvl5pPr algn="l">
              <a:defRPr sz="2550" b="1">
                <a:solidFill>
                  <a:srgbClr val="15213C"/>
                </a:solidFill>
                <a:latin typeface="Arial"/>
                <a:ea typeface="Arial"/>
                <a:cs typeface="Arial"/>
              </a:defRPr>
            </a:lvl5pPr>
            <a:lvl6pPr algn="l">
              <a:defRPr sz="2550" b="1">
                <a:solidFill>
                  <a:srgbClr val="15213C"/>
                </a:solidFill>
                <a:latin typeface="Arial"/>
                <a:ea typeface="Arial"/>
                <a:cs typeface="Arial"/>
              </a:defRPr>
            </a:lvl6pPr>
            <a:lvl7pPr algn="l">
              <a:defRPr sz="2550" b="1">
                <a:solidFill>
                  <a:srgbClr val="15213C"/>
                </a:solidFill>
                <a:latin typeface="Arial"/>
                <a:ea typeface="Arial"/>
                <a:cs typeface="Arial"/>
              </a:defRPr>
            </a:lvl7pPr>
            <a:lvl8pPr algn="l">
              <a:defRPr sz="2550" b="1">
                <a:solidFill>
                  <a:srgbClr val="15213C"/>
                </a:solidFill>
                <a:latin typeface="Arial"/>
                <a:ea typeface="Arial"/>
                <a:cs typeface="Arial"/>
              </a:defRPr>
            </a:lvl8pPr>
            <a:lvl9pPr algn="l">
              <a:defRPr sz="2550" b="1">
                <a:solidFill>
                  <a:srgbClr val="15213C"/>
                </a:solidFill>
                <a:latin typeface="Arial"/>
                <a:ea typeface="Arial"/>
                <a:cs typeface="Arial"/>
              </a:defRPr>
            </a:lvl9pPr>
          </a:lstStyle>
          <a:p xmlns:a="http://schemas.openxmlformats.org/drawingml/2006/main">
            <a:pPr algn="l">
              <a:defRPr sz="2550" b="1">
                <a:solidFill>
                  <a:srgbClr val="15213C"/>
                </a:solidFill>
                <a:latin typeface="Arial"/>
                <a:ea typeface="Arial"/>
                <a:cs typeface="Arial"/>
              </a:defRPr>
            </a:pPr>
            <a:r>
              <a:rPr sz="2550" b="1">
                <a:solidFill>
                  <a:srgbClr val="15213C"/>
                </a:solidFill>
                <a:latin typeface="Arial"/>
                <a:ea typeface="Arial"/>
                <a:cs typeface="Arial"/>
              </a:rPr>
              <a:t>Qué puede gestionar el módulo</a:t>
            </a:r>
          </a:p>
        </p:txBody>
      </p:sp>
      <p:sp>
        <p:nvSpPr>
          <p:cNvPr id="4" name="">
            <a:extLst xmlns:a="http://schemas.openxmlformats.org/drawingml/2006/main">
              <a:ext uri="{FF2B5EF4-FFF2-40B4-BE49-F238E27FC236}">
                <a16:creationId xmlns:a16="http://schemas.microsoft.com/office/drawing/2014/main" id="{6231FED6-FADF-4180-8624-A11A75722956}"/>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386649F-81BB-49FB-9292-A94E94586338}"/>
              </a:ext>
            </a:extLst>
          </p:cNvPr>
          <p:cNvSpPr>
            <a:spLocks xmlns:a="http://schemas.openxmlformats.org/drawingml/2006/main" noGrp="1"/>
          </p:cNvSpPr>
          <p:nvPr/>
        </p:nvSpPr>
        <p:spPr>
          <a:xfrm xmlns:a="http://schemas.openxmlformats.org/drawingml/2006/main">
            <a:off x="609600" y="63150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62708A"/>
                </a:solidFill>
                <a:latin typeface="Arial"/>
                <a:ea typeface="Arial"/>
                <a:cs typeface="Arial"/>
              </a:defRPr>
            </a:defPPr>
            <a:lvl1pPr algn="l">
              <a:defRPr sz="975" b="1">
                <a:solidFill>
                  <a:srgbClr val="62708A"/>
                </a:solidFill>
                <a:latin typeface="Arial"/>
                <a:ea typeface="Arial"/>
                <a:cs typeface="Arial"/>
              </a:defRPr>
            </a:lvl1pPr>
            <a:lvl2pPr algn="l">
              <a:defRPr sz="975" b="1">
                <a:solidFill>
                  <a:srgbClr val="62708A"/>
                </a:solidFill>
                <a:latin typeface="Arial"/>
                <a:ea typeface="Arial"/>
                <a:cs typeface="Arial"/>
              </a:defRPr>
            </a:lvl2pPr>
            <a:lvl3pPr algn="l">
              <a:defRPr sz="975" b="1">
                <a:solidFill>
                  <a:srgbClr val="62708A"/>
                </a:solidFill>
                <a:latin typeface="Arial"/>
                <a:ea typeface="Arial"/>
                <a:cs typeface="Arial"/>
              </a:defRPr>
            </a:lvl3pPr>
            <a:lvl4pPr algn="l">
              <a:defRPr sz="975" b="1">
                <a:solidFill>
                  <a:srgbClr val="62708A"/>
                </a:solidFill>
                <a:latin typeface="Arial"/>
                <a:ea typeface="Arial"/>
                <a:cs typeface="Arial"/>
              </a:defRPr>
            </a:lvl4pPr>
            <a:lvl5pPr algn="l">
              <a:defRPr sz="975" b="1">
                <a:solidFill>
                  <a:srgbClr val="62708A"/>
                </a:solidFill>
                <a:latin typeface="Arial"/>
                <a:ea typeface="Arial"/>
                <a:cs typeface="Arial"/>
              </a:defRPr>
            </a:lvl5pPr>
            <a:lvl6pPr algn="l">
              <a:defRPr sz="975" b="1">
                <a:solidFill>
                  <a:srgbClr val="62708A"/>
                </a:solidFill>
                <a:latin typeface="Arial"/>
                <a:ea typeface="Arial"/>
                <a:cs typeface="Arial"/>
              </a:defRPr>
            </a:lvl6pPr>
            <a:lvl7pPr algn="l">
              <a:defRPr sz="975" b="1">
                <a:solidFill>
                  <a:srgbClr val="62708A"/>
                </a:solidFill>
                <a:latin typeface="Arial"/>
                <a:ea typeface="Arial"/>
                <a:cs typeface="Arial"/>
              </a:defRPr>
            </a:lvl7pPr>
            <a:lvl8pPr algn="l">
              <a:defRPr sz="975" b="1">
                <a:solidFill>
                  <a:srgbClr val="62708A"/>
                </a:solidFill>
                <a:latin typeface="Arial"/>
                <a:ea typeface="Arial"/>
                <a:cs typeface="Arial"/>
              </a:defRPr>
            </a:lvl8pPr>
            <a:lvl9pPr algn="l">
              <a:defRPr sz="975" b="1">
                <a:solidFill>
                  <a:srgbClr val="62708A"/>
                </a:solidFill>
                <a:latin typeface="Arial"/>
                <a:ea typeface="Arial"/>
                <a:cs typeface="Arial"/>
              </a:defRPr>
            </a:lvl9pPr>
          </a:lstStyle>
          <a:p xmlns:a="http://schemas.openxmlformats.org/drawingml/2006/main">
            <a:pPr algn="l">
              <a:defRPr sz="975" b="1">
                <a:solidFill>
                  <a:srgbClr val="62708A"/>
                </a:solidFill>
                <a:latin typeface="Arial"/>
                <a:ea typeface="Arial"/>
                <a:cs typeface="Arial"/>
              </a:defRPr>
            </a:pPr>
            <a:r>
              <a:rPr sz="975" b="1">
                <a:solidFill>
                  <a:srgbClr val="62708A"/>
                </a:solidFill>
                <a:latin typeface="Arial"/>
                <a:ea typeface="Arial"/>
                <a:cs typeface="Arial"/>
              </a:rPr>
              <a:t>FLEETPRO  ·  Semana 10</a:t>
            </a:r>
          </a:p>
        </p:txBody>
      </p:sp>
      <p:sp>
        <p:nvSpPr>
          <p:cNvPr id="6" name="">
            <a:extLst xmlns:a="http://schemas.openxmlformats.org/drawingml/2006/main">
              <a:ext uri="{FF2B5EF4-FFF2-40B4-BE49-F238E27FC236}">
                <a16:creationId xmlns:a16="http://schemas.microsoft.com/office/drawing/2014/main" id="{BFC89786-4E8D-445D-8016-32FD78919F5A}"/>
              </a:ext>
            </a:extLst>
          </p:cNvPr>
          <p:cNvSpPr>
            <a:spLocks xmlns:a="http://schemas.openxmlformats.org/drawingml/2006/main" noGrp="1"/>
          </p:cNvSpPr>
          <p:nvPr/>
        </p:nvSpPr>
        <p:spPr>
          <a:xfrm xmlns:a="http://schemas.openxmlformats.org/drawingml/2006/main">
            <a:off x="11049000" y="63150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62708A"/>
                </a:solidFill>
                <a:latin typeface="Arial"/>
                <a:ea typeface="Arial"/>
                <a:cs typeface="Arial"/>
              </a:defRPr>
            </a:defPPr>
            <a:lvl1pPr algn="r">
              <a:defRPr sz="975" b="1">
                <a:solidFill>
                  <a:srgbClr val="62708A"/>
                </a:solidFill>
                <a:latin typeface="Arial"/>
                <a:ea typeface="Arial"/>
                <a:cs typeface="Arial"/>
              </a:defRPr>
            </a:lvl1pPr>
            <a:lvl2pPr algn="r">
              <a:defRPr sz="975" b="1">
                <a:solidFill>
                  <a:srgbClr val="62708A"/>
                </a:solidFill>
                <a:latin typeface="Arial"/>
                <a:ea typeface="Arial"/>
                <a:cs typeface="Arial"/>
              </a:defRPr>
            </a:lvl2pPr>
            <a:lvl3pPr algn="r">
              <a:defRPr sz="975" b="1">
                <a:solidFill>
                  <a:srgbClr val="62708A"/>
                </a:solidFill>
                <a:latin typeface="Arial"/>
                <a:ea typeface="Arial"/>
                <a:cs typeface="Arial"/>
              </a:defRPr>
            </a:lvl3pPr>
            <a:lvl4pPr algn="r">
              <a:defRPr sz="975" b="1">
                <a:solidFill>
                  <a:srgbClr val="62708A"/>
                </a:solidFill>
                <a:latin typeface="Arial"/>
                <a:ea typeface="Arial"/>
                <a:cs typeface="Arial"/>
              </a:defRPr>
            </a:lvl4pPr>
            <a:lvl5pPr algn="r">
              <a:defRPr sz="975" b="1">
                <a:solidFill>
                  <a:srgbClr val="62708A"/>
                </a:solidFill>
                <a:latin typeface="Arial"/>
                <a:ea typeface="Arial"/>
                <a:cs typeface="Arial"/>
              </a:defRPr>
            </a:lvl5pPr>
            <a:lvl6pPr algn="r">
              <a:defRPr sz="975" b="1">
                <a:solidFill>
                  <a:srgbClr val="62708A"/>
                </a:solidFill>
                <a:latin typeface="Arial"/>
                <a:ea typeface="Arial"/>
                <a:cs typeface="Arial"/>
              </a:defRPr>
            </a:lvl6pPr>
            <a:lvl7pPr algn="r">
              <a:defRPr sz="975" b="1">
                <a:solidFill>
                  <a:srgbClr val="62708A"/>
                </a:solidFill>
                <a:latin typeface="Arial"/>
                <a:ea typeface="Arial"/>
                <a:cs typeface="Arial"/>
              </a:defRPr>
            </a:lvl7pPr>
            <a:lvl8pPr algn="r">
              <a:defRPr sz="975" b="1">
                <a:solidFill>
                  <a:srgbClr val="62708A"/>
                </a:solidFill>
                <a:latin typeface="Arial"/>
                <a:ea typeface="Arial"/>
                <a:cs typeface="Arial"/>
              </a:defRPr>
            </a:lvl8pPr>
            <a:lvl9pPr algn="r">
              <a:defRPr sz="975" b="1">
                <a:solidFill>
                  <a:srgbClr val="62708A"/>
                </a:solidFill>
                <a:latin typeface="Arial"/>
                <a:ea typeface="Arial"/>
                <a:cs typeface="Arial"/>
              </a:defRPr>
            </a:lvl9pPr>
          </a:lstStyle>
          <a:p xmlns:a="http://schemas.openxmlformats.org/drawingml/2006/main">
            <a:pPr algn="r">
              <a:defRPr sz="975" b="1">
                <a:solidFill>
                  <a:srgbClr val="62708A"/>
                </a:solidFill>
                <a:latin typeface="Arial"/>
                <a:ea typeface="Arial"/>
                <a:cs typeface="Arial"/>
              </a:defRPr>
            </a:pPr>
            <a:r>
              <a:rPr sz="975" b="1">
                <a:solidFill>
                  <a:srgbClr val="62708A"/>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A4489EAC-C539-4D59-ACCD-766B78013C1A}"/>
              </a:ext>
            </a:extLst>
          </p:cNvPr>
          <p:cNvSpPr>
            <a:spLocks xmlns:a="http://schemas.openxmlformats.org/drawingml/2006/main" noGrp="1"/>
          </p:cNvSpPr>
          <p:nvPr/>
        </p:nvSpPr>
        <p:spPr>
          <a:xfrm xmlns:a="http://schemas.openxmlformats.org/drawingml/2006/main">
            <a:off x="609600" y="1952625"/>
            <a:ext cx="3429000" cy="32766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DCE3EF"/>
            </a:solidFill>
            <a:prstDash val="solid"/>
          </a:ln>
        </p:spPr>
      </p:sp>
      <p:sp>
        <p:nvSpPr>
          <p:cNvPr id="8" name="">
            <a:extLst xmlns:a="http://schemas.openxmlformats.org/drawingml/2006/main">
              <a:ext uri="{FF2B5EF4-FFF2-40B4-BE49-F238E27FC236}">
                <a16:creationId xmlns:a16="http://schemas.microsoft.com/office/drawing/2014/main" id="{EADFC632-2599-4FA6-B21F-95529719BC5F}"/>
              </a:ext>
            </a:extLst>
          </p:cNvPr>
          <p:cNvSpPr>
            <a:spLocks xmlns:a="http://schemas.openxmlformats.org/drawingml/2006/main" noGrp="1"/>
          </p:cNvSpPr>
          <p:nvPr/>
        </p:nvSpPr>
        <p:spPr>
          <a:xfrm xmlns:a="http://schemas.openxmlformats.org/drawingml/2006/main">
            <a:off x="800100" y="2162175"/>
            <a:ext cx="495300" cy="495300"/>
          </a:xfrm>
          <a:prstGeom xmlns:a="http://schemas.openxmlformats.org/drawingml/2006/main" prst="roundRect">
            <a:avLst>
              <a:gd name="adj" fmla="val 15385"/>
            </a:avLst>
          </a:prstGeom>
          <a:solidFill xmlns:a="http://schemas.openxmlformats.org/drawingml/2006/main">
            <a:srgbClr val="2864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B70B30-9CBD-457E-908F-6B461550196A}"/>
              </a:ext>
            </a:extLst>
          </p:cNvPr>
          <p:cNvSpPr>
            <a:spLocks xmlns:a="http://schemas.openxmlformats.org/drawingml/2006/main" noGrp="1"/>
          </p:cNvSpPr>
          <p:nvPr/>
        </p:nvSpPr>
        <p:spPr>
          <a:xfrm xmlns:a="http://schemas.openxmlformats.org/drawingml/2006/main">
            <a:off x="800100" y="2162175"/>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ED44A09C-CBCE-4952-BE84-8940C365E1F2}"/>
              </a:ext>
            </a:extLst>
          </p:cNvPr>
          <p:cNvSpPr>
            <a:spLocks xmlns:a="http://schemas.openxmlformats.org/drawingml/2006/main" noGrp="1"/>
          </p:cNvSpPr>
          <p:nvPr/>
        </p:nvSpPr>
        <p:spPr>
          <a:xfrm xmlns:a="http://schemas.openxmlformats.org/drawingml/2006/main">
            <a:off x="1447800" y="220027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213C"/>
                </a:solidFill>
                <a:latin typeface="Arial"/>
                <a:ea typeface="Arial"/>
                <a:cs typeface="Arial"/>
              </a:defRPr>
            </a:defPPr>
            <a:lvl1pPr algn="l">
              <a:defRPr sz="1725" b="1">
                <a:solidFill>
                  <a:srgbClr val="15213C"/>
                </a:solidFill>
                <a:latin typeface="Arial"/>
                <a:ea typeface="Arial"/>
                <a:cs typeface="Arial"/>
              </a:defRPr>
            </a:lvl1pPr>
            <a:lvl2pPr algn="l">
              <a:defRPr sz="1725" b="1">
                <a:solidFill>
                  <a:srgbClr val="15213C"/>
                </a:solidFill>
                <a:latin typeface="Arial"/>
                <a:ea typeface="Arial"/>
                <a:cs typeface="Arial"/>
              </a:defRPr>
            </a:lvl2pPr>
            <a:lvl3pPr algn="l">
              <a:defRPr sz="1725" b="1">
                <a:solidFill>
                  <a:srgbClr val="15213C"/>
                </a:solidFill>
                <a:latin typeface="Arial"/>
                <a:ea typeface="Arial"/>
                <a:cs typeface="Arial"/>
              </a:defRPr>
            </a:lvl3pPr>
            <a:lvl4pPr algn="l">
              <a:defRPr sz="1725" b="1">
                <a:solidFill>
                  <a:srgbClr val="15213C"/>
                </a:solidFill>
                <a:latin typeface="Arial"/>
                <a:ea typeface="Arial"/>
                <a:cs typeface="Arial"/>
              </a:defRPr>
            </a:lvl4pPr>
            <a:lvl5pPr algn="l">
              <a:defRPr sz="1725" b="1">
                <a:solidFill>
                  <a:srgbClr val="15213C"/>
                </a:solidFill>
                <a:latin typeface="Arial"/>
                <a:ea typeface="Arial"/>
                <a:cs typeface="Arial"/>
              </a:defRPr>
            </a:lvl5pPr>
            <a:lvl6pPr algn="l">
              <a:defRPr sz="1725" b="1">
                <a:solidFill>
                  <a:srgbClr val="15213C"/>
                </a:solidFill>
                <a:latin typeface="Arial"/>
                <a:ea typeface="Arial"/>
                <a:cs typeface="Arial"/>
              </a:defRPr>
            </a:lvl6pPr>
            <a:lvl7pPr algn="l">
              <a:defRPr sz="1725" b="1">
                <a:solidFill>
                  <a:srgbClr val="15213C"/>
                </a:solidFill>
                <a:latin typeface="Arial"/>
                <a:ea typeface="Arial"/>
                <a:cs typeface="Arial"/>
              </a:defRPr>
            </a:lvl7pPr>
            <a:lvl8pPr algn="l">
              <a:defRPr sz="1725" b="1">
                <a:solidFill>
                  <a:srgbClr val="15213C"/>
                </a:solidFill>
                <a:latin typeface="Arial"/>
                <a:ea typeface="Arial"/>
                <a:cs typeface="Arial"/>
              </a:defRPr>
            </a:lvl8pPr>
            <a:lvl9pPr algn="l">
              <a:defRPr sz="1725" b="1">
                <a:solidFill>
                  <a:srgbClr val="15213C"/>
                </a:solidFill>
                <a:latin typeface="Arial"/>
                <a:ea typeface="Arial"/>
                <a:cs typeface="Arial"/>
              </a:defRPr>
            </a:lvl9pPr>
          </a:lstStyle>
          <a:p xmlns:a="http://schemas.openxmlformats.org/drawingml/2006/main">
            <a:pPr algn="l">
              <a:defRPr sz="1725" b="1">
                <a:solidFill>
                  <a:srgbClr val="15213C"/>
                </a:solidFill>
                <a:latin typeface="Arial"/>
                <a:ea typeface="Arial"/>
                <a:cs typeface="Arial"/>
              </a:defRPr>
            </a:pPr>
            <a:r>
              <a:rPr sz="1725" b="1">
                <a:solidFill>
                  <a:srgbClr val="15213C"/>
                </a:solidFill>
                <a:latin typeface="Arial"/>
                <a:ea typeface="Arial"/>
                <a:cs typeface="Arial"/>
              </a:rPr>
              <a:t>SOLPED</a:t>
            </a:r>
          </a:p>
        </p:txBody>
      </p:sp>
      <p:sp>
        <p:nvSpPr>
          <p:cNvPr id="11" name="">
            <a:extLst xmlns:a="http://schemas.openxmlformats.org/drawingml/2006/main">
              <a:ext uri="{FF2B5EF4-FFF2-40B4-BE49-F238E27FC236}">
                <a16:creationId xmlns:a16="http://schemas.microsoft.com/office/drawing/2014/main" id="{6C399811-572D-441A-9077-7CACE02C6512}"/>
              </a:ext>
            </a:extLst>
          </p:cNvPr>
          <p:cNvSpPr>
            <a:spLocks xmlns:a="http://schemas.openxmlformats.org/drawingml/2006/main" noGrp="1"/>
          </p:cNvSpPr>
          <p:nvPr/>
        </p:nvSpPr>
        <p:spPr>
          <a:xfrm xmlns:a="http://schemas.openxmlformats.org/drawingml/2006/main">
            <a:off x="876300" y="30099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8C17AE6-3A82-4412-96BA-9DF051A8E778}"/>
              </a:ext>
            </a:extLst>
          </p:cNvPr>
          <p:cNvSpPr>
            <a:spLocks xmlns:a="http://schemas.openxmlformats.org/drawingml/2006/main" noGrp="1"/>
          </p:cNvSpPr>
          <p:nvPr/>
        </p:nvSpPr>
        <p:spPr>
          <a:xfrm xmlns:a="http://schemas.openxmlformats.org/drawingml/2006/main">
            <a:off x="1085850" y="29146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Registrar encabezado</a:t>
            </a:r>
          </a:p>
        </p:txBody>
      </p:sp>
      <p:sp>
        <p:nvSpPr>
          <p:cNvPr id="13" name="">
            <a:extLst xmlns:a="http://schemas.openxmlformats.org/drawingml/2006/main">
              <a:ext uri="{FF2B5EF4-FFF2-40B4-BE49-F238E27FC236}">
                <a16:creationId xmlns:a16="http://schemas.microsoft.com/office/drawing/2014/main" id="{39224CDE-F86F-4432-81F2-EBBFB440C21F}"/>
              </a:ext>
            </a:extLst>
          </p:cNvPr>
          <p:cNvSpPr>
            <a:spLocks xmlns:a="http://schemas.openxmlformats.org/drawingml/2006/main" noGrp="1"/>
          </p:cNvSpPr>
          <p:nvPr/>
        </p:nvSpPr>
        <p:spPr>
          <a:xfrm xmlns:a="http://schemas.openxmlformats.org/drawingml/2006/main">
            <a:off x="876300" y="34290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20F357-B560-4196-8D7E-59D0CF787F09}"/>
              </a:ext>
            </a:extLst>
          </p:cNvPr>
          <p:cNvSpPr>
            <a:spLocks xmlns:a="http://schemas.openxmlformats.org/drawingml/2006/main" noGrp="1"/>
          </p:cNvSpPr>
          <p:nvPr/>
        </p:nvSpPr>
        <p:spPr>
          <a:xfrm xmlns:a="http://schemas.openxmlformats.org/drawingml/2006/main">
            <a:off x="1085850" y="33337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Agregar líneas de servicio</a:t>
            </a:r>
          </a:p>
        </p:txBody>
      </p:sp>
      <p:sp>
        <p:nvSpPr>
          <p:cNvPr id="15" name="">
            <a:extLst xmlns:a="http://schemas.openxmlformats.org/drawingml/2006/main">
              <a:ext uri="{FF2B5EF4-FFF2-40B4-BE49-F238E27FC236}">
                <a16:creationId xmlns:a16="http://schemas.microsoft.com/office/drawing/2014/main" id="{A9B69FF6-B7A9-4A34-9CF3-8E57C7E6672F}"/>
              </a:ext>
            </a:extLst>
          </p:cNvPr>
          <p:cNvSpPr>
            <a:spLocks xmlns:a="http://schemas.openxmlformats.org/drawingml/2006/main" noGrp="1"/>
          </p:cNvSpPr>
          <p:nvPr/>
        </p:nvSpPr>
        <p:spPr>
          <a:xfrm xmlns:a="http://schemas.openxmlformats.org/drawingml/2006/main">
            <a:off x="876300" y="38481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35758FA-6170-493B-A9BC-88E12B502893}"/>
              </a:ext>
            </a:extLst>
          </p:cNvPr>
          <p:cNvSpPr>
            <a:spLocks xmlns:a="http://schemas.openxmlformats.org/drawingml/2006/main" noGrp="1"/>
          </p:cNvSpPr>
          <p:nvPr/>
        </p:nvSpPr>
        <p:spPr>
          <a:xfrm xmlns:a="http://schemas.openxmlformats.org/drawingml/2006/main">
            <a:off x="1085850" y="37528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Editar pendiente</a:t>
            </a:r>
          </a:p>
        </p:txBody>
      </p:sp>
      <p:sp>
        <p:nvSpPr>
          <p:cNvPr id="17" name="">
            <a:extLst xmlns:a="http://schemas.openxmlformats.org/drawingml/2006/main">
              <a:ext uri="{FF2B5EF4-FFF2-40B4-BE49-F238E27FC236}">
                <a16:creationId xmlns:a16="http://schemas.microsoft.com/office/drawing/2014/main" id="{77EF20D6-C20A-4590-ADD3-DAEAF71B6A83}"/>
              </a:ext>
            </a:extLst>
          </p:cNvPr>
          <p:cNvSpPr>
            <a:spLocks xmlns:a="http://schemas.openxmlformats.org/drawingml/2006/main" noGrp="1"/>
          </p:cNvSpPr>
          <p:nvPr/>
        </p:nvSpPr>
        <p:spPr>
          <a:xfrm xmlns:a="http://schemas.openxmlformats.org/drawingml/2006/main">
            <a:off x="876300" y="42672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232D6B-FDDF-4471-A2BF-BC1783E6828C}"/>
              </a:ext>
            </a:extLst>
          </p:cNvPr>
          <p:cNvSpPr>
            <a:spLocks xmlns:a="http://schemas.openxmlformats.org/drawingml/2006/main" noGrp="1"/>
          </p:cNvSpPr>
          <p:nvPr/>
        </p:nvSpPr>
        <p:spPr>
          <a:xfrm xmlns:a="http://schemas.openxmlformats.org/drawingml/2006/main">
            <a:off x="1085850" y="41719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Aprobar / anular</a:t>
            </a:r>
          </a:p>
        </p:txBody>
      </p:sp>
      <p:sp>
        <p:nvSpPr>
          <p:cNvPr id="19" name="">
            <a:extLst xmlns:a="http://schemas.openxmlformats.org/drawingml/2006/main">
              <a:ext uri="{FF2B5EF4-FFF2-40B4-BE49-F238E27FC236}">
                <a16:creationId xmlns:a16="http://schemas.microsoft.com/office/drawing/2014/main" id="{188E37EC-9530-470B-8001-C45DC57C9CF7}"/>
              </a:ext>
            </a:extLst>
          </p:cNvPr>
          <p:cNvSpPr>
            <a:spLocks xmlns:a="http://schemas.openxmlformats.org/drawingml/2006/main" noGrp="1"/>
          </p:cNvSpPr>
          <p:nvPr/>
        </p:nvSpPr>
        <p:spPr>
          <a:xfrm xmlns:a="http://schemas.openxmlformats.org/drawingml/2006/main">
            <a:off x="876300" y="46863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0F49830-22E8-4D7A-9CD3-8456104FC5B6}"/>
              </a:ext>
            </a:extLst>
          </p:cNvPr>
          <p:cNvSpPr>
            <a:spLocks xmlns:a="http://schemas.openxmlformats.org/drawingml/2006/main" noGrp="1"/>
          </p:cNvSpPr>
          <p:nvPr/>
        </p:nvSpPr>
        <p:spPr>
          <a:xfrm xmlns:a="http://schemas.openxmlformats.org/drawingml/2006/main">
            <a:off x="1085850" y="45910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Convertir a venta</a:t>
            </a:r>
          </a:p>
        </p:txBody>
      </p:sp>
      <p:sp>
        <p:nvSpPr>
          <p:cNvPr id="21" name="">
            <a:extLst xmlns:a="http://schemas.openxmlformats.org/drawingml/2006/main">
              <a:ext uri="{FF2B5EF4-FFF2-40B4-BE49-F238E27FC236}">
                <a16:creationId xmlns:a16="http://schemas.microsoft.com/office/drawing/2014/main" id="{2C491269-51F4-4132-A0E7-4E959B6FA1F7}"/>
              </a:ext>
            </a:extLst>
          </p:cNvPr>
          <p:cNvSpPr>
            <a:spLocks xmlns:a="http://schemas.openxmlformats.org/drawingml/2006/main" noGrp="1"/>
          </p:cNvSpPr>
          <p:nvPr/>
        </p:nvSpPr>
        <p:spPr>
          <a:xfrm xmlns:a="http://schemas.openxmlformats.org/drawingml/2006/main">
            <a:off x="4324350" y="1952625"/>
            <a:ext cx="3429000" cy="32766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DCE3EF"/>
            </a:solidFill>
            <a:prstDash val="solid"/>
          </a:ln>
        </p:spPr>
      </p:sp>
      <p:sp>
        <p:nvSpPr>
          <p:cNvPr id="22" name="">
            <a:extLst xmlns:a="http://schemas.openxmlformats.org/drawingml/2006/main">
              <a:ext uri="{FF2B5EF4-FFF2-40B4-BE49-F238E27FC236}">
                <a16:creationId xmlns:a16="http://schemas.microsoft.com/office/drawing/2014/main" id="{4114BF97-BE24-481B-87D7-CFAA68D35206}"/>
              </a:ext>
            </a:extLst>
          </p:cNvPr>
          <p:cNvSpPr>
            <a:spLocks xmlns:a="http://schemas.openxmlformats.org/drawingml/2006/main" noGrp="1"/>
          </p:cNvSpPr>
          <p:nvPr/>
        </p:nvSpPr>
        <p:spPr>
          <a:xfrm xmlns:a="http://schemas.openxmlformats.org/drawingml/2006/main">
            <a:off x="4514850" y="2162175"/>
            <a:ext cx="495300" cy="495300"/>
          </a:xfrm>
          <a:prstGeom xmlns:a="http://schemas.openxmlformats.org/drawingml/2006/main" prst="roundRect">
            <a:avLst>
              <a:gd name="adj" fmla="val 15385"/>
            </a:avLst>
          </a:prstGeom>
          <a:solidFill xmlns:a="http://schemas.openxmlformats.org/drawingml/2006/main">
            <a:srgbClr val="2864E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EEB7390-0BFF-4C20-B0EF-E37DABC9830B}"/>
              </a:ext>
            </a:extLst>
          </p:cNvPr>
          <p:cNvSpPr>
            <a:spLocks xmlns:a="http://schemas.openxmlformats.org/drawingml/2006/main" noGrp="1"/>
          </p:cNvSpPr>
          <p:nvPr/>
        </p:nvSpPr>
        <p:spPr>
          <a:xfrm xmlns:a="http://schemas.openxmlformats.org/drawingml/2006/main">
            <a:off x="4514850" y="2162175"/>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24" name="">
            <a:extLst xmlns:a="http://schemas.openxmlformats.org/drawingml/2006/main">
              <a:ext uri="{FF2B5EF4-FFF2-40B4-BE49-F238E27FC236}">
                <a16:creationId xmlns:a16="http://schemas.microsoft.com/office/drawing/2014/main" id="{F7713696-C050-47F4-980F-6C2FF401959F}"/>
              </a:ext>
            </a:extLst>
          </p:cNvPr>
          <p:cNvSpPr>
            <a:spLocks xmlns:a="http://schemas.openxmlformats.org/drawingml/2006/main" noGrp="1"/>
          </p:cNvSpPr>
          <p:nvPr/>
        </p:nvSpPr>
        <p:spPr>
          <a:xfrm xmlns:a="http://schemas.openxmlformats.org/drawingml/2006/main">
            <a:off x="5162550" y="220027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213C"/>
                </a:solidFill>
                <a:latin typeface="Arial"/>
                <a:ea typeface="Arial"/>
                <a:cs typeface="Arial"/>
              </a:defRPr>
            </a:defPPr>
            <a:lvl1pPr algn="l">
              <a:defRPr sz="1725" b="1">
                <a:solidFill>
                  <a:srgbClr val="15213C"/>
                </a:solidFill>
                <a:latin typeface="Arial"/>
                <a:ea typeface="Arial"/>
                <a:cs typeface="Arial"/>
              </a:defRPr>
            </a:lvl1pPr>
            <a:lvl2pPr algn="l">
              <a:defRPr sz="1725" b="1">
                <a:solidFill>
                  <a:srgbClr val="15213C"/>
                </a:solidFill>
                <a:latin typeface="Arial"/>
                <a:ea typeface="Arial"/>
                <a:cs typeface="Arial"/>
              </a:defRPr>
            </a:lvl2pPr>
            <a:lvl3pPr algn="l">
              <a:defRPr sz="1725" b="1">
                <a:solidFill>
                  <a:srgbClr val="15213C"/>
                </a:solidFill>
                <a:latin typeface="Arial"/>
                <a:ea typeface="Arial"/>
                <a:cs typeface="Arial"/>
              </a:defRPr>
            </a:lvl3pPr>
            <a:lvl4pPr algn="l">
              <a:defRPr sz="1725" b="1">
                <a:solidFill>
                  <a:srgbClr val="15213C"/>
                </a:solidFill>
                <a:latin typeface="Arial"/>
                <a:ea typeface="Arial"/>
                <a:cs typeface="Arial"/>
              </a:defRPr>
            </a:lvl4pPr>
            <a:lvl5pPr algn="l">
              <a:defRPr sz="1725" b="1">
                <a:solidFill>
                  <a:srgbClr val="15213C"/>
                </a:solidFill>
                <a:latin typeface="Arial"/>
                <a:ea typeface="Arial"/>
                <a:cs typeface="Arial"/>
              </a:defRPr>
            </a:lvl5pPr>
            <a:lvl6pPr algn="l">
              <a:defRPr sz="1725" b="1">
                <a:solidFill>
                  <a:srgbClr val="15213C"/>
                </a:solidFill>
                <a:latin typeface="Arial"/>
                <a:ea typeface="Arial"/>
                <a:cs typeface="Arial"/>
              </a:defRPr>
            </a:lvl6pPr>
            <a:lvl7pPr algn="l">
              <a:defRPr sz="1725" b="1">
                <a:solidFill>
                  <a:srgbClr val="15213C"/>
                </a:solidFill>
                <a:latin typeface="Arial"/>
                <a:ea typeface="Arial"/>
                <a:cs typeface="Arial"/>
              </a:defRPr>
            </a:lvl7pPr>
            <a:lvl8pPr algn="l">
              <a:defRPr sz="1725" b="1">
                <a:solidFill>
                  <a:srgbClr val="15213C"/>
                </a:solidFill>
                <a:latin typeface="Arial"/>
                <a:ea typeface="Arial"/>
                <a:cs typeface="Arial"/>
              </a:defRPr>
            </a:lvl8pPr>
            <a:lvl9pPr algn="l">
              <a:defRPr sz="1725" b="1">
                <a:solidFill>
                  <a:srgbClr val="15213C"/>
                </a:solidFill>
                <a:latin typeface="Arial"/>
                <a:ea typeface="Arial"/>
                <a:cs typeface="Arial"/>
              </a:defRPr>
            </a:lvl9pPr>
          </a:lstStyle>
          <a:p xmlns:a="http://schemas.openxmlformats.org/drawingml/2006/main">
            <a:pPr algn="l">
              <a:defRPr sz="1725" b="1">
                <a:solidFill>
                  <a:srgbClr val="15213C"/>
                </a:solidFill>
                <a:latin typeface="Arial"/>
                <a:ea typeface="Arial"/>
                <a:cs typeface="Arial"/>
              </a:defRPr>
            </a:pPr>
            <a:r>
              <a:rPr sz="1725" b="1">
                <a:solidFill>
                  <a:srgbClr val="15213C"/>
                </a:solidFill>
                <a:latin typeface="Arial"/>
                <a:ea typeface="Arial"/>
                <a:cs typeface="Arial"/>
              </a:rPr>
              <a:t>Venta</a:t>
            </a:r>
          </a:p>
        </p:txBody>
      </p:sp>
      <p:sp>
        <p:nvSpPr>
          <p:cNvPr id="25" name="">
            <a:extLst xmlns:a="http://schemas.openxmlformats.org/drawingml/2006/main">
              <a:ext uri="{FF2B5EF4-FFF2-40B4-BE49-F238E27FC236}">
                <a16:creationId xmlns:a16="http://schemas.microsoft.com/office/drawing/2014/main" id="{5F7AA8F3-53FF-41D4-9DED-97A3B9909AA2}"/>
              </a:ext>
            </a:extLst>
          </p:cNvPr>
          <p:cNvSpPr>
            <a:spLocks xmlns:a="http://schemas.openxmlformats.org/drawingml/2006/main" noGrp="1"/>
          </p:cNvSpPr>
          <p:nvPr/>
        </p:nvSpPr>
        <p:spPr>
          <a:xfrm xmlns:a="http://schemas.openxmlformats.org/drawingml/2006/main">
            <a:off x="4591050" y="30099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07AD61C-E1FB-4F0E-8D86-8995A56ADDD0}"/>
              </a:ext>
            </a:extLst>
          </p:cNvPr>
          <p:cNvSpPr>
            <a:spLocks xmlns:a="http://schemas.openxmlformats.org/drawingml/2006/main" noGrp="1"/>
          </p:cNvSpPr>
          <p:nvPr/>
        </p:nvSpPr>
        <p:spPr>
          <a:xfrm xmlns:a="http://schemas.openxmlformats.org/drawingml/2006/main">
            <a:off x="4800600" y="29146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Registrar / editar</a:t>
            </a:r>
          </a:p>
        </p:txBody>
      </p:sp>
      <p:sp>
        <p:nvSpPr>
          <p:cNvPr id="27" name="">
            <a:extLst xmlns:a="http://schemas.openxmlformats.org/drawingml/2006/main">
              <a:ext uri="{FF2B5EF4-FFF2-40B4-BE49-F238E27FC236}">
                <a16:creationId xmlns:a16="http://schemas.microsoft.com/office/drawing/2014/main" id="{FF81B19F-B3F7-4288-9068-158CD0727894}"/>
              </a:ext>
            </a:extLst>
          </p:cNvPr>
          <p:cNvSpPr>
            <a:spLocks xmlns:a="http://schemas.openxmlformats.org/drawingml/2006/main" noGrp="1"/>
          </p:cNvSpPr>
          <p:nvPr/>
        </p:nvSpPr>
        <p:spPr>
          <a:xfrm xmlns:a="http://schemas.openxmlformats.org/drawingml/2006/main">
            <a:off x="4591050" y="34290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1033837-EACE-4DAF-AD7C-667B0FBCFFBF}"/>
              </a:ext>
            </a:extLst>
          </p:cNvPr>
          <p:cNvSpPr>
            <a:spLocks xmlns:a="http://schemas.openxmlformats.org/drawingml/2006/main" noGrp="1"/>
          </p:cNvSpPr>
          <p:nvPr/>
        </p:nvSpPr>
        <p:spPr>
          <a:xfrm xmlns:a="http://schemas.openxmlformats.org/drawingml/2006/main">
            <a:off x="4800600" y="33337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Cliente y vehículo</a:t>
            </a:r>
          </a:p>
        </p:txBody>
      </p:sp>
      <p:sp>
        <p:nvSpPr>
          <p:cNvPr id="29" name="">
            <a:extLst xmlns:a="http://schemas.openxmlformats.org/drawingml/2006/main">
              <a:ext uri="{FF2B5EF4-FFF2-40B4-BE49-F238E27FC236}">
                <a16:creationId xmlns:a16="http://schemas.microsoft.com/office/drawing/2014/main" id="{C5E38539-1C86-4150-B719-80FB37230866}"/>
              </a:ext>
            </a:extLst>
          </p:cNvPr>
          <p:cNvSpPr>
            <a:spLocks xmlns:a="http://schemas.openxmlformats.org/drawingml/2006/main" noGrp="1"/>
          </p:cNvSpPr>
          <p:nvPr/>
        </p:nvSpPr>
        <p:spPr>
          <a:xfrm xmlns:a="http://schemas.openxmlformats.org/drawingml/2006/main">
            <a:off x="4591050" y="38481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183F939-D6A4-44FB-8983-85A0013FE5BD}"/>
              </a:ext>
            </a:extLst>
          </p:cNvPr>
          <p:cNvSpPr>
            <a:spLocks xmlns:a="http://schemas.openxmlformats.org/drawingml/2006/main" noGrp="1"/>
          </p:cNvSpPr>
          <p:nvPr/>
        </p:nvSpPr>
        <p:spPr>
          <a:xfrm xmlns:a="http://schemas.openxmlformats.org/drawingml/2006/main">
            <a:off x="4800600" y="37528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Servicio, ruta y fecha</a:t>
            </a:r>
          </a:p>
        </p:txBody>
      </p:sp>
      <p:sp>
        <p:nvSpPr>
          <p:cNvPr id="31" name="">
            <a:extLst xmlns:a="http://schemas.openxmlformats.org/drawingml/2006/main">
              <a:ext uri="{FF2B5EF4-FFF2-40B4-BE49-F238E27FC236}">
                <a16:creationId xmlns:a16="http://schemas.microsoft.com/office/drawing/2014/main" id="{CC0B9904-03C7-489E-A959-9575FE96C2D9}"/>
              </a:ext>
            </a:extLst>
          </p:cNvPr>
          <p:cNvSpPr>
            <a:spLocks xmlns:a="http://schemas.openxmlformats.org/drawingml/2006/main" noGrp="1"/>
          </p:cNvSpPr>
          <p:nvPr/>
        </p:nvSpPr>
        <p:spPr>
          <a:xfrm xmlns:a="http://schemas.openxmlformats.org/drawingml/2006/main">
            <a:off x="4591050" y="42672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4867082-1F26-4038-B866-5B744CD081EC}"/>
              </a:ext>
            </a:extLst>
          </p:cNvPr>
          <p:cNvSpPr>
            <a:spLocks xmlns:a="http://schemas.openxmlformats.org/drawingml/2006/main" noGrp="1"/>
          </p:cNvSpPr>
          <p:nvPr/>
        </p:nvSpPr>
        <p:spPr>
          <a:xfrm xmlns:a="http://schemas.openxmlformats.org/drawingml/2006/main">
            <a:off x="4800600" y="41719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Cantidad y precio</a:t>
            </a:r>
          </a:p>
        </p:txBody>
      </p:sp>
      <p:sp>
        <p:nvSpPr>
          <p:cNvPr id="33" name="">
            <a:extLst xmlns:a="http://schemas.openxmlformats.org/drawingml/2006/main">
              <a:ext uri="{FF2B5EF4-FFF2-40B4-BE49-F238E27FC236}">
                <a16:creationId xmlns:a16="http://schemas.microsoft.com/office/drawing/2014/main" id="{F866E2AB-32C9-4FD1-89C2-CD21EE5575FC}"/>
              </a:ext>
            </a:extLst>
          </p:cNvPr>
          <p:cNvSpPr>
            <a:spLocks xmlns:a="http://schemas.openxmlformats.org/drawingml/2006/main" noGrp="1"/>
          </p:cNvSpPr>
          <p:nvPr/>
        </p:nvSpPr>
        <p:spPr>
          <a:xfrm xmlns:a="http://schemas.openxmlformats.org/drawingml/2006/main">
            <a:off x="4591050" y="4686300"/>
            <a:ext cx="85725" cy="85725"/>
          </a:xfrm>
          <a:prstGeom xmlns:a="http://schemas.openxmlformats.org/drawingml/2006/main" prst="ellipse">
            <a:avLst/>
          </a:prstGeom>
          <a:solidFill xmlns:a="http://schemas.openxmlformats.org/drawingml/2006/main">
            <a:srgbClr val="52B1F3"/>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023D63C-715B-4B18-BCA0-0F5F920624FA}"/>
              </a:ext>
            </a:extLst>
          </p:cNvPr>
          <p:cNvSpPr>
            <a:spLocks xmlns:a="http://schemas.openxmlformats.org/drawingml/2006/main" noGrp="1"/>
          </p:cNvSpPr>
          <p:nvPr/>
        </p:nvSpPr>
        <p:spPr>
          <a:xfrm xmlns:a="http://schemas.openxmlformats.org/drawingml/2006/main">
            <a:off x="4800600" y="45910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Total calculado</a:t>
            </a:r>
          </a:p>
        </p:txBody>
      </p:sp>
      <p:sp>
        <p:nvSpPr>
          <p:cNvPr id="35" name="">
            <a:extLst xmlns:a="http://schemas.openxmlformats.org/drawingml/2006/main">
              <a:ext uri="{FF2B5EF4-FFF2-40B4-BE49-F238E27FC236}">
                <a16:creationId xmlns:a16="http://schemas.microsoft.com/office/drawing/2014/main" id="{87830AD3-1ABC-420C-93CC-F31AEAFFB4F7}"/>
              </a:ext>
            </a:extLst>
          </p:cNvPr>
          <p:cNvSpPr>
            <a:spLocks xmlns:a="http://schemas.openxmlformats.org/drawingml/2006/main" noGrp="1"/>
          </p:cNvSpPr>
          <p:nvPr/>
        </p:nvSpPr>
        <p:spPr>
          <a:xfrm xmlns:a="http://schemas.openxmlformats.org/drawingml/2006/main">
            <a:off x="8039100" y="1952625"/>
            <a:ext cx="3429000" cy="3276600"/>
          </a:xfrm>
          <a:prstGeom xmlns:a="http://schemas.openxmlformats.org/drawingml/2006/main" prst="roundRect">
            <a:avLst>
              <a:gd name="adj" fmla="val 2326"/>
            </a:avLst>
          </a:prstGeom>
          <a:solidFill xmlns:a="http://schemas.openxmlformats.org/drawingml/2006/main">
            <a:srgbClr val="FFFFFF"/>
          </a:solidFill>
          <a:ln xmlns:a="http://schemas.openxmlformats.org/drawingml/2006/main" w="9525">
            <a:solidFill>
              <a:srgbClr val="DCE3EF"/>
            </a:solidFill>
            <a:prstDash val="solid"/>
          </a:ln>
        </p:spPr>
      </p:sp>
      <p:sp>
        <p:nvSpPr>
          <p:cNvPr id="36" name="">
            <a:extLst xmlns:a="http://schemas.openxmlformats.org/drawingml/2006/main">
              <a:ext uri="{FF2B5EF4-FFF2-40B4-BE49-F238E27FC236}">
                <a16:creationId xmlns:a16="http://schemas.microsoft.com/office/drawing/2014/main" id="{8D6E56D7-342D-4302-8128-C58C96800AE0}"/>
              </a:ext>
            </a:extLst>
          </p:cNvPr>
          <p:cNvSpPr>
            <a:spLocks xmlns:a="http://schemas.openxmlformats.org/drawingml/2006/main" noGrp="1"/>
          </p:cNvSpPr>
          <p:nvPr/>
        </p:nvSpPr>
        <p:spPr>
          <a:xfrm xmlns:a="http://schemas.openxmlformats.org/drawingml/2006/main">
            <a:off x="8229600" y="2162175"/>
            <a:ext cx="495300" cy="495300"/>
          </a:xfrm>
          <a:prstGeom xmlns:a="http://schemas.openxmlformats.org/drawingml/2006/main" prst="roundRect">
            <a:avLst>
              <a:gd name="adj" fmla="val 15385"/>
            </a:avLst>
          </a:prstGeom>
          <a:solidFill xmlns:a="http://schemas.openxmlformats.org/drawingml/2006/main">
            <a:srgbClr val="F58A22"/>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C5C6F03-B169-401F-A8F7-37804E4F81FB}"/>
              </a:ext>
            </a:extLst>
          </p:cNvPr>
          <p:cNvSpPr>
            <a:spLocks xmlns:a="http://schemas.openxmlformats.org/drawingml/2006/main" noGrp="1"/>
          </p:cNvSpPr>
          <p:nvPr/>
        </p:nvSpPr>
        <p:spPr>
          <a:xfrm xmlns:a="http://schemas.openxmlformats.org/drawingml/2006/main">
            <a:off x="8229600" y="2162175"/>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latin typeface="Arial"/>
                <a:ea typeface="Arial"/>
                <a:cs typeface="Arial"/>
              </a:defRPr>
            </a:defPPr>
            <a:lvl1pPr algn="ctr">
              <a:defRPr sz="1500" b="1">
                <a:solidFill>
                  <a:srgbClr val="FFFFFF"/>
                </a:solidFill>
                <a:latin typeface="Arial"/>
                <a:ea typeface="Arial"/>
                <a:cs typeface="Arial"/>
              </a:defRPr>
            </a:lvl1pPr>
            <a:lvl2pPr algn="ctr">
              <a:defRPr sz="1500" b="1">
                <a:solidFill>
                  <a:srgbClr val="FFFFFF"/>
                </a:solidFill>
                <a:latin typeface="Arial"/>
                <a:ea typeface="Arial"/>
                <a:cs typeface="Arial"/>
              </a:defRPr>
            </a:lvl2pPr>
            <a:lvl3pPr algn="ctr">
              <a:defRPr sz="1500" b="1">
                <a:solidFill>
                  <a:srgbClr val="FFFFFF"/>
                </a:solidFill>
                <a:latin typeface="Arial"/>
                <a:ea typeface="Arial"/>
                <a:cs typeface="Arial"/>
              </a:defRPr>
            </a:lvl3pPr>
            <a:lvl4pPr algn="ctr">
              <a:defRPr sz="1500" b="1">
                <a:solidFill>
                  <a:srgbClr val="FFFFFF"/>
                </a:solidFill>
                <a:latin typeface="Arial"/>
                <a:ea typeface="Arial"/>
                <a:cs typeface="Arial"/>
              </a:defRPr>
            </a:lvl4pPr>
            <a:lvl5pPr algn="ctr">
              <a:defRPr sz="1500" b="1">
                <a:solidFill>
                  <a:srgbClr val="FFFFFF"/>
                </a:solidFill>
                <a:latin typeface="Arial"/>
                <a:ea typeface="Arial"/>
                <a:cs typeface="Arial"/>
              </a:defRPr>
            </a:lvl5pPr>
            <a:lvl6pPr algn="ctr">
              <a:defRPr sz="1500" b="1">
                <a:solidFill>
                  <a:srgbClr val="FFFFFF"/>
                </a:solidFill>
                <a:latin typeface="Arial"/>
                <a:ea typeface="Arial"/>
                <a:cs typeface="Arial"/>
              </a:defRPr>
            </a:lvl6pPr>
            <a:lvl7pPr algn="ctr">
              <a:defRPr sz="1500" b="1">
                <a:solidFill>
                  <a:srgbClr val="FFFFFF"/>
                </a:solidFill>
                <a:latin typeface="Arial"/>
                <a:ea typeface="Arial"/>
                <a:cs typeface="Arial"/>
              </a:defRPr>
            </a:lvl7pPr>
            <a:lvl8pPr algn="ctr">
              <a:defRPr sz="1500" b="1">
                <a:solidFill>
                  <a:srgbClr val="FFFFFF"/>
                </a:solidFill>
                <a:latin typeface="Arial"/>
                <a:ea typeface="Arial"/>
                <a:cs typeface="Arial"/>
              </a:defRPr>
            </a:lvl8pPr>
            <a:lvl9pPr algn="ctr">
              <a:defRPr sz="1500" b="1">
                <a:solidFill>
                  <a:srgbClr val="FFFFFF"/>
                </a:solidFill>
                <a:latin typeface="Arial"/>
                <a:ea typeface="Arial"/>
                <a:cs typeface="Arial"/>
              </a:defRPr>
            </a:lvl9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38" name="">
            <a:extLst xmlns:a="http://schemas.openxmlformats.org/drawingml/2006/main">
              <a:ext uri="{FF2B5EF4-FFF2-40B4-BE49-F238E27FC236}">
                <a16:creationId xmlns:a16="http://schemas.microsoft.com/office/drawing/2014/main" id="{754D3582-2C31-4AD3-8371-CAD2D48B6C26}"/>
              </a:ext>
            </a:extLst>
          </p:cNvPr>
          <p:cNvSpPr>
            <a:spLocks xmlns:a="http://schemas.openxmlformats.org/drawingml/2006/main" noGrp="1"/>
          </p:cNvSpPr>
          <p:nvPr/>
        </p:nvSpPr>
        <p:spPr>
          <a:xfrm xmlns:a="http://schemas.openxmlformats.org/drawingml/2006/main">
            <a:off x="8877300" y="2200275"/>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5213C"/>
                </a:solidFill>
                <a:latin typeface="Arial"/>
                <a:ea typeface="Arial"/>
                <a:cs typeface="Arial"/>
              </a:defRPr>
            </a:defPPr>
            <a:lvl1pPr algn="l">
              <a:defRPr sz="1725" b="1">
                <a:solidFill>
                  <a:srgbClr val="15213C"/>
                </a:solidFill>
                <a:latin typeface="Arial"/>
                <a:ea typeface="Arial"/>
                <a:cs typeface="Arial"/>
              </a:defRPr>
            </a:lvl1pPr>
            <a:lvl2pPr algn="l">
              <a:defRPr sz="1725" b="1">
                <a:solidFill>
                  <a:srgbClr val="15213C"/>
                </a:solidFill>
                <a:latin typeface="Arial"/>
                <a:ea typeface="Arial"/>
                <a:cs typeface="Arial"/>
              </a:defRPr>
            </a:lvl2pPr>
            <a:lvl3pPr algn="l">
              <a:defRPr sz="1725" b="1">
                <a:solidFill>
                  <a:srgbClr val="15213C"/>
                </a:solidFill>
                <a:latin typeface="Arial"/>
                <a:ea typeface="Arial"/>
                <a:cs typeface="Arial"/>
              </a:defRPr>
            </a:lvl3pPr>
            <a:lvl4pPr algn="l">
              <a:defRPr sz="1725" b="1">
                <a:solidFill>
                  <a:srgbClr val="15213C"/>
                </a:solidFill>
                <a:latin typeface="Arial"/>
                <a:ea typeface="Arial"/>
                <a:cs typeface="Arial"/>
              </a:defRPr>
            </a:lvl4pPr>
            <a:lvl5pPr algn="l">
              <a:defRPr sz="1725" b="1">
                <a:solidFill>
                  <a:srgbClr val="15213C"/>
                </a:solidFill>
                <a:latin typeface="Arial"/>
                <a:ea typeface="Arial"/>
                <a:cs typeface="Arial"/>
              </a:defRPr>
            </a:lvl5pPr>
            <a:lvl6pPr algn="l">
              <a:defRPr sz="1725" b="1">
                <a:solidFill>
                  <a:srgbClr val="15213C"/>
                </a:solidFill>
                <a:latin typeface="Arial"/>
                <a:ea typeface="Arial"/>
                <a:cs typeface="Arial"/>
              </a:defRPr>
            </a:lvl6pPr>
            <a:lvl7pPr algn="l">
              <a:defRPr sz="1725" b="1">
                <a:solidFill>
                  <a:srgbClr val="15213C"/>
                </a:solidFill>
                <a:latin typeface="Arial"/>
                <a:ea typeface="Arial"/>
                <a:cs typeface="Arial"/>
              </a:defRPr>
            </a:lvl7pPr>
            <a:lvl8pPr algn="l">
              <a:defRPr sz="1725" b="1">
                <a:solidFill>
                  <a:srgbClr val="15213C"/>
                </a:solidFill>
                <a:latin typeface="Arial"/>
                <a:ea typeface="Arial"/>
                <a:cs typeface="Arial"/>
              </a:defRPr>
            </a:lvl8pPr>
            <a:lvl9pPr algn="l">
              <a:defRPr sz="1725" b="1">
                <a:solidFill>
                  <a:srgbClr val="15213C"/>
                </a:solidFill>
                <a:latin typeface="Arial"/>
                <a:ea typeface="Arial"/>
                <a:cs typeface="Arial"/>
              </a:defRPr>
            </a:lvl9pPr>
          </a:lstStyle>
          <a:p xmlns:a="http://schemas.openxmlformats.org/drawingml/2006/main">
            <a:pPr algn="l">
              <a:defRPr sz="1725" b="1">
                <a:solidFill>
                  <a:srgbClr val="15213C"/>
                </a:solidFill>
                <a:latin typeface="Arial"/>
                <a:ea typeface="Arial"/>
                <a:cs typeface="Arial"/>
              </a:defRPr>
            </a:pPr>
            <a:r>
              <a:rPr sz="1725" b="1">
                <a:solidFill>
                  <a:srgbClr val="15213C"/>
                </a:solidFill>
                <a:latin typeface="Arial"/>
                <a:ea typeface="Arial"/>
                <a:cs typeface="Arial"/>
              </a:rPr>
              <a:t>Documentos</a:t>
            </a:r>
          </a:p>
        </p:txBody>
      </p:sp>
      <p:sp>
        <p:nvSpPr>
          <p:cNvPr id="39" name="">
            <a:extLst xmlns:a="http://schemas.openxmlformats.org/drawingml/2006/main">
              <a:ext uri="{FF2B5EF4-FFF2-40B4-BE49-F238E27FC236}">
                <a16:creationId xmlns:a16="http://schemas.microsoft.com/office/drawing/2014/main" id="{0BDFA47B-DB5B-4BAB-A681-F2D4D402C80B}"/>
              </a:ext>
            </a:extLst>
          </p:cNvPr>
          <p:cNvSpPr>
            <a:spLocks xmlns:a="http://schemas.openxmlformats.org/drawingml/2006/main" noGrp="1"/>
          </p:cNvSpPr>
          <p:nvPr/>
        </p:nvSpPr>
        <p:spPr>
          <a:xfrm xmlns:a="http://schemas.openxmlformats.org/drawingml/2006/main">
            <a:off x="8305800" y="300990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1BBFD82-59AA-450E-9219-A8CE8D4590E5}"/>
              </a:ext>
            </a:extLst>
          </p:cNvPr>
          <p:cNvSpPr>
            <a:spLocks xmlns:a="http://schemas.openxmlformats.org/drawingml/2006/main" noGrp="1"/>
          </p:cNvSpPr>
          <p:nvPr/>
        </p:nvSpPr>
        <p:spPr>
          <a:xfrm xmlns:a="http://schemas.openxmlformats.org/drawingml/2006/main">
            <a:off x="8515350" y="29146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Factura</a:t>
            </a:r>
          </a:p>
        </p:txBody>
      </p:sp>
      <p:sp>
        <p:nvSpPr>
          <p:cNvPr id="41" name="">
            <a:extLst xmlns:a="http://schemas.openxmlformats.org/drawingml/2006/main">
              <a:ext uri="{FF2B5EF4-FFF2-40B4-BE49-F238E27FC236}">
                <a16:creationId xmlns:a16="http://schemas.microsoft.com/office/drawing/2014/main" id="{0A402E30-2C1F-4C53-91A2-5D80049AF32A}"/>
              </a:ext>
            </a:extLst>
          </p:cNvPr>
          <p:cNvSpPr>
            <a:spLocks xmlns:a="http://schemas.openxmlformats.org/drawingml/2006/main" noGrp="1"/>
          </p:cNvSpPr>
          <p:nvPr/>
        </p:nvSpPr>
        <p:spPr>
          <a:xfrm xmlns:a="http://schemas.openxmlformats.org/drawingml/2006/main">
            <a:off x="8305800" y="342900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DB42C090-AC88-4C90-9416-CAC7EBFBCBE0}"/>
              </a:ext>
            </a:extLst>
          </p:cNvPr>
          <p:cNvSpPr>
            <a:spLocks xmlns:a="http://schemas.openxmlformats.org/drawingml/2006/main" noGrp="1"/>
          </p:cNvSpPr>
          <p:nvPr/>
        </p:nvSpPr>
        <p:spPr>
          <a:xfrm xmlns:a="http://schemas.openxmlformats.org/drawingml/2006/main">
            <a:off x="8515350" y="33337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Boleta</a:t>
            </a:r>
          </a:p>
        </p:txBody>
      </p:sp>
      <p:sp>
        <p:nvSpPr>
          <p:cNvPr id="43" name="">
            <a:extLst xmlns:a="http://schemas.openxmlformats.org/drawingml/2006/main">
              <a:ext uri="{FF2B5EF4-FFF2-40B4-BE49-F238E27FC236}">
                <a16:creationId xmlns:a16="http://schemas.microsoft.com/office/drawing/2014/main" id="{E9A10F4C-DAEF-485E-9CA2-C6911CF9FB9D}"/>
              </a:ext>
            </a:extLst>
          </p:cNvPr>
          <p:cNvSpPr>
            <a:spLocks xmlns:a="http://schemas.openxmlformats.org/drawingml/2006/main" noGrp="1"/>
          </p:cNvSpPr>
          <p:nvPr/>
        </p:nvSpPr>
        <p:spPr>
          <a:xfrm xmlns:a="http://schemas.openxmlformats.org/drawingml/2006/main">
            <a:off x="8305800" y="384810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87BC5098-B8C2-4B55-9432-515C6F491426}"/>
              </a:ext>
            </a:extLst>
          </p:cNvPr>
          <p:cNvSpPr>
            <a:spLocks xmlns:a="http://schemas.openxmlformats.org/drawingml/2006/main" noGrp="1"/>
          </p:cNvSpPr>
          <p:nvPr/>
        </p:nvSpPr>
        <p:spPr>
          <a:xfrm xmlns:a="http://schemas.openxmlformats.org/drawingml/2006/main">
            <a:off x="8515350" y="37528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Guía</a:t>
            </a:r>
          </a:p>
        </p:txBody>
      </p:sp>
      <p:sp>
        <p:nvSpPr>
          <p:cNvPr id="45" name="">
            <a:extLst xmlns:a="http://schemas.openxmlformats.org/drawingml/2006/main">
              <a:ext uri="{FF2B5EF4-FFF2-40B4-BE49-F238E27FC236}">
                <a16:creationId xmlns:a16="http://schemas.microsoft.com/office/drawing/2014/main" id="{5360D339-6677-42F6-8BD1-CB814ABB864F}"/>
              </a:ext>
            </a:extLst>
          </p:cNvPr>
          <p:cNvSpPr>
            <a:spLocks xmlns:a="http://schemas.openxmlformats.org/drawingml/2006/main" noGrp="1"/>
          </p:cNvSpPr>
          <p:nvPr/>
        </p:nvSpPr>
        <p:spPr>
          <a:xfrm xmlns:a="http://schemas.openxmlformats.org/drawingml/2006/main">
            <a:off x="8305800" y="426720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64788E04-CEFB-4701-A0B0-5E25F91E014F}"/>
              </a:ext>
            </a:extLst>
          </p:cNvPr>
          <p:cNvSpPr>
            <a:spLocks xmlns:a="http://schemas.openxmlformats.org/drawingml/2006/main" noGrp="1"/>
          </p:cNvSpPr>
          <p:nvPr/>
        </p:nvSpPr>
        <p:spPr>
          <a:xfrm xmlns:a="http://schemas.openxmlformats.org/drawingml/2006/main">
            <a:off x="8515350" y="41719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Validar serie y número</a:t>
            </a:r>
          </a:p>
        </p:txBody>
      </p:sp>
      <p:sp>
        <p:nvSpPr>
          <p:cNvPr id="47" name="">
            <a:extLst xmlns:a="http://schemas.openxmlformats.org/drawingml/2006/main">
              <a:ext uri="{FF2B5EF4-FFF2-40B4-BE49-F238E27FC236}">
                <a16:creationId xmlns:a16="http://schemas.microsoft.com/office/drawing/2014/main" id="{BFD56FED-AB57-464B-832F-EA39A6117C57}"/>
              </a:ext>
            </a:extLst>
          </p:cNvPr>
          <p:cNvSpPr>
            <a:spLocks xmlns:a="http://schemas.openxmlformats.org/drawingml/2006/main" noGrp="1"/>
          </p:cNvSpPr>
          <p:nvPr/>
        </p:nvSpPr>
        <p:spPr>
          <a:xfrm xmlns:a="http://schemas.openxmlformats.org/drawingml/2006/main">
            <a:off x="8305800" y="468630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4217E4E-45A5-4F2E-929D-713E0D243820}"/>
              </a:ext>
            </a:extLst>
          </p:cNvPr>
          <p:cNvSpPr>
            <a:spLocks xmlns:a="http://schemas.openxmlformats.org/drawingml/2006/main" noGrp="1"/>
          </p:cNvSpPr>
          <p:nvPr/>
        </p:nvSpPr>
        <p:spPr>
          <a:xfrm xmlns:a="http://schemas.openxmlformats.org/drawingml/2006/main">
            <a:off x="8515350" y="4591050"/>
            <a:ext cx="274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62708A"/>
                </a:solidFill>
                <a:latin typeface="Arial"/>
                <a:ea typeface="Arial"/>
                <a:cs typeface="Arial"/>
              </a:defRPr>
            </a:defPPr>
            <a:lvl1pPr algn="l">
              <a:defRPr sz="1200" b="0">
                <a:solidFill>
                  <a:srgbClr val="62708A"/>
                </a:solidFill>
                <a:latin typeface="Arial"/>
                <a:ea typeface="Arial"/>
                <a:cs typeface="Arial"/>
              </a:defRPr>
            </a:lvl1pPr>
            <a:lvl2pPr algn="l">
              <a:defRPr sz="1200" b="0">
                <a:solidFill>
                  <a:srgbClr val="62708A"/>
                </a:solidFill>
                <a:latin typeface="Arial"/>
                <a:ea typeface="Arial"/>
                <a:cs typeface="Arial"/>
              </a:defRPr>
            </a:lvl2pPr>
            <a:lvl3pPr algn="l">
              <a:defRPr sz="1200" b="0">
                <a:solidFill>
                  <a:srgbClr val="62708A"/>
                </a:solidFill>
                <a:latin typeface="Arial"/>
                <a:ea typeface="Arial"/>
                <a:cs typeface="Arial"/>
              </a:defRPr>
            </a:lvl3pPr>
            <a:lvl4pPr algn="l">
              <a:defRPr sz="1200" b="0">
                <a:solidFill>
                  <a:srgbClr val="62708A"/>
                </a:solidFill>
                <a:latin typeface="Arial"/>
                <a:ea typeface="Arial"/>
                <a:cs typeface="Arial"/>
              </a:defRPr>
            </a:lvl4pPr>
            <a:lvl5pPr algn="l">
              <a:defRPr sz="1200" b="0">
                <a:solidFill>
                  <a:srgbClr val="62708A"/>
                </a:solidFill>
                <a:latin typeface="Arial"/>
                <a:ea typeface="Arial"/>
                <a:cs typeface="Arial"/>
              </a:defRPr>
            </a:lvl5pPr>
            <a:lvl6pPr algn="l">
              <a:defRPr sz="1200" b="0">
                <a:solidFill>
                  <a:srgbClr val="62708A"/>
                </a:solidFill>
                <a:latin typeface="Arial"/>
                <a:ea typeface="Arial"/>
                <a:cs typeface="Arial"/>
              </a:defRPr>
            </a:lvl6pPr>
            <a:lvl7pPr algn="l">
              <a:defRPr sz="1200" b="0">
                <a:solidFill>
                  <a:srgbClr val="62708A"/>
                </a:solidFill>
                <a:latin typeface="Arial"/>
                <a:ea typeface="Arial"/>
                <a:cs typeface="Arial"/>
              </a:defRPr>
            </a:lvl7pPr>
            <a:lvl8pPr algn="l">
              <a:defRPr sz="1200" b="0">
                <a:solidFill>
                  <a:srgbClr val="62708A"/>
                </a:solidFill>
                <a:latin typeface="Arial"/>
                <a:ea typeface="Arial"/>
                <a:cs typeface="Arial"/>
              </a:defRPr>
            </a:lvl8pPr>
            <a:lvl9pPr algn="l">
              <a:defRPr sz="1200" b="0">
                <a:solidFill>
                  <a:srgbClr val="62708A"/>
                </a:solidFill>
                <a:latin typeface="Arial"/>
                <a:ea typeface="Arial"/>
                <a:cs typeface="Arial"/>
              </a:defRPr>
            </a:lvl9pPr>
          </a:lstStyle>
          <a:p xmlns:a="http://schemas.openxmlformats.org/drawingml/2006/main">
            <a:pPr algn="l">
              <a:defRPr sz="1200" b="0">
                <a:solidFill>
                  <a:srgbClr val="62708A"/>
                </a:solidFill>
                <a:latin typeface="Arial"/>
                <a:ea typeface="Arial"/>
                <a:cs typeface="Arial"/>
              </a:defRPr>
            </a:pPr>
            <a:r>
              <a:rPr sz="1200" b="0">
                <a:solidFill>
                  <a:srgbClr val="62708A"/>
                </a:solidFill>
                <a:latin typeface="Arial"/>
                <a:ea typeface="Arial"/>
                <a:cs typeface="Arial"/>
              </a:rPr>
              <a:t>Anular conservando historial</a:t>
            </a:r>
          </a:p>
        </p:txBody>
      </p:sp>
      <p:sp>
        <p:nvSpPr>
          <p:cNvPr id="49" name="">
            <a:extLst xmlns:a="http://schemas.openxmlformats.org/drawingml/2006/main">
              <a:ext uri="{FF2B5EF4-FFF2-40B4-BE49-F238E27FC236}">
                <a16:creationId xmlns:a16="http://schemas.microsoft.com/office/drawing/2014/main" id="{EE7AE903-9CA6-4DF1-8866-069AC82026E4}"/>
              </a:ext>
            </a:extLst>
          </p:cNvPr>
          <p:cNvSpPr>
            <a:spLocks xmlns:a="http://schemas.openxmlformats.org/drawingml/2006/main" noGrp="1"/>
          </p:cNvSpPr>
          <p:nvPr/>
        </p:nvSpPr>
        <p:spPr>
          <a:xfrm xmlns:a="http://schemas.openxmlformats.org/drawingml/2006/main">
            <a:off x="857250" y="5543550"/>
            <a:ext cx="1047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01A3D"/>
                </a:solidFill>
                <a:latin typeface="Arial"/>
                <a:ea typeface="Arial"/>
                <a:cs typeface="Arial"/>
              </a:defRPr>
            </a:defPPr>
            <a:lvl1pPr algn="ctr">
              <a:defRPr sz="1350" b="1">
                <a:solidFill>
                  <a:srgbClr val="101A3D"/>
                </a:solidFill>
                <a:latin typeface="Arial"/>
                <a:ea typeface="Arial"/>
                <a:cs typeface="Arial"/>
              </a:defRPr>
            </a:lvl1pPr>
            <a:lvl2pPr algn="ctr">
              <a:defRPr sz="1350" b="1">
                <a:solidFill>
                  <a:srgbClr val="101A3D"/>
                </a:solidFill>
                <a:latin typeface="Arial"/>
                <a:ea typeface="Arial"/>
                <a:cs typeface="Arial"/>
              </a:defRPr>
            </a:lvl2pPr>
            <a:lvl3pPr algn="ctr">
              <a:defRPr sz="1350" b="1">
                <a:solidFill>
                  <a:srgbClr val="101A3D"/>
                </a:solidFill>
                <a:latin typeface="Arial"/>
                <a:ea typeface="Arial"/>
                <a:cs typeface="Arial"/>
              </a:defRPr>
            </a:lvl3pPr>
            <a:lvl4pPr algn="ctr">
              <a:defRPr sz="1350" b="1">
                <a:solidFill>
                  <a:srgbClr val="101A3D"/>
                </a:solidFill>
                <a:latin typeface="Arial"/>
                <a:ea typeface="Arial"/>
                <a:cs typeface="Arial"/>
              </a:defRPr>
            </a:lvl4pPr>
            <a:lvl5pPr algn="ctr">
              <a:defRPr sz="1350" b="1">
                <a:solidFill>
                  <a:srgbClr val="101A3D"/>
                </a:solidFill>
                <a:latin typeface="Arial"/>
                <a:ea typeface="Arial"/>
                <a:cs typeface="Arial"/>
              </a:defRPr>
            </a:lvl5pPr>
            <a:lvl6pPr algn="ctr">
              <a:defRPr sz="1350" b="1">
                <a:solidFill>
                  <a:srgbClr val="101A3D"/>
                </a:solidFill>
                <a:latin typeface="Arial"/>
                <a:ea typeface="Arial"/>
                <a:cs typeface="Arial"/>
              </a:defRPr>
            </a:lvl6pPr>
            <a:lvl7pPr algn="ctr">
              <a:defRPr sz="1350" b="1">
                <a:solidFill>
                  <a:srgbClr val="101A3D"/>
                </a:solidFill>
                <a:latin typeface="Arial"/>
                <a:ea typeface="Arial"/>
                <a:cs typeface="Arial"/>
              </a:defRPr>
            </a:lvl7pPr>
            <a:lvl8pPr algn="ctr">
              <a:defRPr sz="1350" b="1">
                <a:solidFill>
                  <a:srgbClr val="101A3D"/>
                </a:solidFill>
                <a:latin typeface="Arial"/>
                <a:ea typeface="Arial"/>
                <a:cs typeface="Arial"/>
              </a:defRPr>
            </a:lvl8pPr>
            <a:lvl9pPr algn="ctr">
              <a:defRPr sz="1350" b="1">
                <a:solidFill>
                  <a:srgbClr val="101A3D"/>
                </a:solidFill>
                <a:latin typeface="Arial"/>
                <a:ea typeface="Arial"/>
                <a:cs typeface="Arial"/>
              </a:defRPr>
            </a:lvl9pPr>
          </a:lstStyle>
          <a:p xmlns:a="http://schemas.openxmlformats.org/drawingml/2006/main">
            <a:pPr algn="ctr">
              <a:defRPr sz="1350" b="1">
                <a:solidFill>
                  <a:srgbClr val="101A3D"/>
                </a:solidFill>
                <a:latin typeface="Arial"/>
                <a:ea typeface="Arial"/>
                <a:cs typeface="Arial"/>
              </a:defRPr>
            </a:pPr>
            <a:r>
              <a:rPr sz="1350" b="1">
                <a:solidFill>
                  <a:srgbClr val="101A3D"/>
                </a:solidFill>
                <a:latin typeface="Arial"/>
                <a:ea typeface="Arial"/>
                <a:cs typeface="Arial"/>
              </a:rPr>
              <a:t>Los importes se muestran como cantidad × precio unitario por línea.</a:t>
            </a:r>
          </a:p>
        </p:txBody>
      </p:sp>
    </p:spTree>
    <p:extLst>
      <p:ext uri="{BB962C8B-B14F-4D97-AF65-F5344CB8AC3E}">
        <p14:creationId xmlns:p14="http://schemas.microsoft.com/office/powerpoint/2010/main" val="17985645"/>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42BC69F-2D75-49A4-91F3-338ABDB413E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864E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94F785-9D85-46C9-9BE8-16FE5CBDBCAC}"/>
              </a:ext>
            </a:extLst>
          </p:cNvPr>
          <p:cNvSpPr>
            <a:spLocks xmlns:a="http://schemas.openxmlformats.org/drawingml/2006/main" noGrp="1"/>
          </p:cNvSpPr>
          <p:nvPr/>
        </p:nvSpPr>
        <p:spPr>
          <a:xfrm xmlns:a="http://schemas.openxmlformats.org/drawingml/2006/main">
            <a:off x="609600" y="333375"/>
            <a:ext cx="5048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2864E8"/>
                </a:solidFill>
                <a:latin typeface="Arial"/>
                <a:ea typeface="Arial"/>
                <a:cs typeface="Arial"/>
              </a:defRPr>
            </a:defPPr>
            <a:lvl1pPr algn="l">
              <a:defRPr sz="1050" b="1">
                <a:solidFill>
                  <a:srgbClr val="2864E8"/>
                </a:solidFill>
                <a:latin typeface="Arial"/>
                <a:ea typeface="Arial"/>
                <a:cs typeface="Arial"/>
              </a:defRPr>
            </a:lvl1pPr>
            <a:lvl2pPr algn="l">
              <a:defRPr sz="1050" b="1">
                <a:solidFill>
                  <a:srgbClr val="2864E8"/>
                </a:solidFill>
                <a:latin typeface="Arial"/>
                <a:ea typeface="Arial"/>
                <a:cs typeface="Arial"/>
              </a:defRPr>
            </a:lvl2pPr>
            <a:lvl3pPr algn="l">
              <a:defRPr sz="1050" b="1">
                <a:solidFill>
                  <a:srgbClr val="2864E8"/>
                </a:solidFill>
                <a:latin typeface="Arial"/>
                <a:ea typeface="Arial"/>
                <a:cs typeface="Arial"/>
              </a:defRPr>
            </a:lvl3pPr>
            <a:lvl4pPr algn="l">
              <a:defRPr sz="1050" b="1">
                <a:solidFill>
                  <a:srgbClr val="2864E8"/>
                </a:solidFill>
                <a:latin typeface="Arial"/>
                <a:ea typeface="Arial"/>
                <a:cs typeface="Arial"/>
              </a:defRPr>
            </a:lvl4pPr>
            <a:lvl5pPr algn="l">
              <a:defRPr sz="1050" b="1">
                <a:solidFill>
                  <a:srgbClr val="2864E8"/>
                </a:solidFill>
                <a:latin typeface="Arial"/>
                <a:ea typeface="Arial"/>
                <a:cs typeface="Arial"/>
              </a:defRPr>
            </a:lvl5pPr>
            <a:lvl6pPr algn="l">
              <a:defRPr sz="1050" b="1">
                <a:solidFill>
                  <a:srgbClr val="2864E8"/>
                </a:solidFill>
                <a:latin typeface="Arial"/>
                <a:ea typeface="Arial"/>
                <a:cs typeface="Arial"/>
              </a:defRPr>
            </a:lvl6pPr>
            <a:lvl7pPr algn="l">
              <a:defRPr sz="1050" b="1">
                <a:solidFill>
                  <a:srgbClr val="2864E8"/>
                </a:solidFill>
                <a:latin typeface="Arial"/>
                <a:ea typeface="Arial"/>
                <a:cs typeface="Arial"/>
              </a:defRPr>
            </a:lvl7pPr>
            <a:lvl8pPr algn="l">
              <a:defRPr sz="1050" b="1">
                <a:solidFill>
                  <a:srgbClr val="2864E8"/>
                </a:solidFill>
                <a:latin typeface="Arial"/>
                <a:ea typeface="Arial"/>
                <a:cs typeface="Arial"/>
              </a:defRPr>
            </a:lvl8pPr>
            <a:lvl9pPr algn="l">
              <a:defRPr sz="1050" b="1">
                <a:solidFill>
                  <a:srgbClr val="2864E8"/>
                </a:solidFill>
                <a:latin typeface="Arial"/>
                <a:ea typeface="Arial"/>
                <a:cs typeface="Arial"/>
              </a:defRPr>
            </a:lvl9pPr>
          </a:lstStyle>
          <a:p xmlns:a="http://schemas.openxmlformats.org/drawingml/2006/main">
            <a:pPr algn="l">
              <a:defRPr sz="1050" b="1">
                <a:solidFill>
                  <a:srgbClr val="2864E8"/>
                </a:solidFill>
                <a:latin typeface="Arial"/>
                <a:ea typeface="Arial"/>
                <a:cs typeface="Arial"/>
              </a:defRPr>
            </a:pPr>
            <a:r>
              <a:rPr sz="1050" b="1">
                <a:solidFill>
                  <a:srgbClr val="2864E8"/>
                </a:solidFill>
                <a:latin typeface="Arial"/>
                <a:ea typeface="Arial"/>
                <a:cs typeface="Arial"/>
              </a:rPr>
              <a:t>EXPOSICIÓN</a:t>
            </a:r>
          </a:p>
        </p:txBody>
      </p:sp>
      <p:sp>
        <p:nvSpPr>
          <p:cNvPr id="3" name="">
            <a:extLst xmlns:a="http://schemas.openxmlformats.org/drawingml/2006/main">
              <a:ext uri="{FF2B5EF4-FFF2-40B4-BE49-F238E27FC236}">
                <a16:creationId xmlns:a16="http://schemas.microsoft.com/office/drawing/2014/main" id="{48465BF9-9C61-4E47-AE93-D5EEE34834FA}"/>
              </a:ext>
            </a:extLst>
          </p:cNvPr>
          <p:cNvSpPr>
            <a:spLocks xmlns:a="http://schemas.openxmlformats.org/drawingml/2006/main" noGrp="1"/>
          </p:cNvSpPr>
          <p:nvPr/>
        </p:nvSpPr>
        <p:spPr>
          <a:xfrm xmlns:a="http://schemas.openxmlformats.org/drawingml/2006/main">
            <a:off x="609600" y="6381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15213C"/>
                </a:solidFill>
                <a:latin typeface="Arial"/>
                <a:ea typeface="Arial"/>
                <a:cs typeface="Arial"/>
              </a:defRPr>
            </a:defPPr>
            <a:lvl1pPr algn="l">
              <a:defRPr sz="2550" b="1">
                <a:solidFill>
                  <a:srgbClr val="15213C"/>
                </a:solidFill>
                <a:latin typeface="Arial"/>
                <a:ea typeface="Arial"/>
                <a:cs typeface="Arial"/>
              </a:defRPr>
            </a:lvl1pPr>
            <a:lvl2pPr algn="l">
              <a:defRPr sz="2550" b="1">
                <a:solidFill>
                  <a:srgbClr val="15213C"/>
                </a:solidFill>
                <a:latin typeface="Arial"/>
                <a:ea typeface="Arial"/>
                <a:cs typeface="Arial"/>
              </a:defRPr>
            </a:lvl2pPr>
            <a:lvl3pPr algn="l">
              <a:defRPr sz="2550" b="1">
                <a:solidFill>
                  <a:srgbClr val="15213C"/>
                </a:solidFill>
                <a:latin typeface="Arial"/>
                <a:ea typeface="Arial"/>
                <a:cs typeface="Arial"/>
              </a:defRPr>
            </a:lvl3pPr>
            <a:lvl4pPr algn="l">
              <a:defRPr sz="2550" b="1">
                <a:solidFill>
                  <a:srgbClr val="15213C"/>
                </a:solidFill>
                <a:latin typeface="Arial"/>
                <a:ea typeface="Arial"/>
                <a:cs typeface="Arial"/>
              </a:defRPr>
            </a:lvl4pPr>
            <a:lvl5pPr algn="l">
              <a:defRPr sz="2550" b="1">
                <a:solidFill>
                  <a:srgbClr val="15213C"/>
                </a:solidFill>
                <a:latin typeface="Arial"/>
                <a:ea typeface="Arial"/>
                <a:cs typeface="Arial"/>
              </a:defRPr>
            </a:lvl5pPr>
            <a:lvl6pPr algn="l">
              <a:defRPr sz="2550" b="1">
                <a:solidFill>
                  <a:srgbClr val="15213C"/>
                </a:solidFill>
                <a:latin typeface="Arial"/>
                <a:ea typeface="Arial"/>
                <a:cs typeface="Arial"/>
              </a:defRPr>
            </a:lvl6pPr>
            <a:lvl7pPr algn="l">
              <a:defRPr sz="2550" b="1">
                <a:solidFill>
                  <a:srgbClr val="15213C"/>
                </a:solidFill>
                <a:latin typeface="Arial"/>
                <a:ea typeface="Arial"/>
                <a:cs typeface="Arial"/>
              </a:defRPr>
            </a:lvl7pPr>
            <a:lvl8pPr algn="l">
              <a:defRPr sz="2550" b="1">
                <a:solidFill>
                  <a:srgbClr val="15213C"/>
                </a:solidFill>
                <a:latin typeface="Arial"/>
                <a:ea typeface="Arial"/>
                <a:cs typeface="Arial"/>
              </a:defRPr>
            </a:lvl8pPr>
            <a:lvl9pPr algn="l">
              <a:defRPr sz="2550" b="1">
                <a:solidFill>
                  <a:srgbClr val="15213C"/>
                </a:solidFill>
                <a:latin typeface="Arial"/>
                <a:ea typeface="Arial"/>
                <a:cs typeface="Arial"/>
              </a:defRPr>
            </a:lvl9pPr>
          </a:lstStyle>
          <a:p xmlns:a="http://schemas.openxmlformats.org/drawingml/2006/main">
            <a:pPr algn="l">
              <a:defRPr sz="2550" b="1">
                <a:solidFill>
                  <a:srgbClr val="15213C"/>
                </a:solidFill>
                <a:latin typeface="Arial"/>
                <a:ea typeface="Arial"/>
                <a:cs typeface="Arial"/>
              </a:defRPr>
            </a:pPr>
            <a:r>
              <a:rPr sz="2550" b="1">
                <a:solidFill>
                  <a:srgbClr val="15213C"/>
                </a:solidFill>
                <a:latin typeface="Arial"/>
                <a:ea typeface="Arial"/>
                <a:cs typeface="Arial"/>
              </a:rPr>
              <a:t>Guion breve para la demostración</a:t>
            </a:r>
          </a:p>
        </p:txBody>
      </p:sp>
      <p:sp>
        <p:nvSpPr>
          <p:cNvPr id="4" name="">
            <a:extLst xmlns:a="http://schemas.openxmlformats.org/drawingml/2006/main">
              <a:ext uri="{FF2B5EF4-FFF2-40B4-BE49-F238E27FC236}">
                <a16:creationId xmlns:a16="http://schemas.microsoft.com/office/drawing/2014/main" id="{D8B1ABD0-2EFD-4B5B-9CC8-F216F5E44B86}"/>
              </a:ext>
            </a:extLst>
          </p:cNvPr>
          <p:cNvSpPr>
            <a:spLocks xmlns:a="http://schemas.openxmlformats.org/drawingml/2006/main" noGrp="1"/>
          </p:cNvSpPr>
          <p:nvPr/>
        </p:nvSpPr>
        <p:spPr>
          <a:xfrm xmlns:a="http://schemas.openxmlformats.org/drawingml/2006/main">
            <a:off x="609600" y="6210300"/>
            <a:ext cx="10972800" cy="9525"/>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4720C33-6FCE-4AEF-A6FD-4AAA510ABA9C}"/>
              </a:ext>
            </a:extLst>
          </p:cNvPr>
          <p:cNvSpPr>
            <a:spLocks xmlns:a="http://schemas.openxmlformats.org/drawingml/2006/main" noGrp="1"/>
          </p:cNvSpPr>
          <p:nvPr/>
        </p:nvSpPr>
        <p:spPr>
          <a:xfrm xmlns:a="http://schemas.openxmlformats.org/drawingml/2006/main">
            <a:off x="609600" y="63150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62708A"/>
                </a:solidFill>
                <a:latin typeface="Arial"/>
                <a:ea typeface="Arial"/>
                <a:cs typeface="Arial"/>
              </a:defRPr>
            </a:defPPr>
            <a:lvl1pPr algn="l">
              <a:defRPr sz="975" b="1">
                <a:solidFill>
                  <a:srgbClr val="62708A"/>
                </a:solidFill>
                <a:latin typeface="Arial"/>
                <a:ea typeface="Arial"/>
                <a:cs typeface="Arial"/>
              </a:defRPr>
            </a:lvl1pPr>
            <a:lvl2pPr algn="l">
              <a:defRPr sz="975" b="1">
                <a:solidFill>
                  <a:srgbClr val="62708A"/>
                </a:solidFill>
                <a:latin typeface="Arial"/>
                <a:ea typeface="Arial"/>
                <a:cs typeface="Arial"/>
              </a:defRPr>
            </a:lvl2pPr>
            <a:lvl3pPr algn="l">
              <a:defRPr sz="975" b="1">
                <a:solidFill>
                  <a:srgbClr val="62708A"/>
                </a:solidFill>
                <a:latin typeface="Arial"/>
                <a:ea typeface="Arial"/>
                <a:cs typeface="Arial"/>
              </a:defRPr>
            </a:lvl3pPr>
            <a:lvl4pPr algn="l">
              <a:defRPr sz="975" b="1">
                <a:solidFill>
                  <a:srgbClr val="62708A"/>
                </a:solidFill>
                <a:latin typeface="Arial"/>
                <a:ea typeface="Arial"/>
                <a:cs typeface="Arial"/>
              </a:defRPr>
            </a:lvl4pPr>
            <a:lvl5pPr algn="l">
              <a:defRPr sz="975" b="1">
                <a:solidFill>
                  <a:srgbClr val="62708A"/>
                </a:solidFill>
                <a:latin typeface="Arial"/>
                <a:ea typeface="Arial"/>
                <a:cs typeface="Arial"/>
              </a:defRPr>
            </a:lvl5pPr>
            <a:lvl6pPr algn="l">
              <a:defRPr sz="975" b="1">
                <a:solidFill>
                  <a:srgbClr val="62708A"/>
                </a:solidFill>
                <a:latin typeface="Arial"/>
                <a:ea typeface="Arial"/>
                <a:cs typeface="Arial"/>
              </a:defRPr>
            </a:lvl6pPr>
            <a:lvl7pPr algn="l">
              <a:defRPr sz="975" b="1">
                <a:solidFill>
                  <a:srgbClr val="62708A"/>
                </a:solidFill>
                <a:latin typeface="Arial"/>
                <a:ea typeface="Arial"/>
                <a:cs typeface="Arial"/>
              </a:defRPr>
            </a:lvl7pPr>
            <a:lvl8pPr algn="l">
              <a:defRPr sz="975" b="1">
                <a:solidFill>
                  <a:srgbClr val="62708A"/>
                </a:solidFill>
                <a:latin typeface="Arial"/>
                <a:ea typeface="Arial"/>
                <a:cs typeface="Arial"/>
              </a:defRPr>
            </a:lvl8pPr>
            <a:lvl9pPr algn="l">
              <a:defRPr sz="975" b="1">
                <a:solidFill>
                  <a:srgbClr val="62708A"/>
                </a:solidFill>
                <a:latin typeface="Arial"/>
                <a:ea typeface="Arial"/>
                <a:cs typeface="Arial"/>
              </a:defRPr>
            </a:lvl9pPr>
          </a:lstStyle>
          <a:p xmlns:a="http://schemas.openxmlformats.org/drawingml/2006/main">
            <a:pPr algn="l">
              <a:defRPr sz="975" b="1">
                <a:solidFill>
                  <a:srgbClr val="62708A"/>
                </a:solidFill>
                <a:latin typeface="Arial"/>
                <a:ea typeface="Arial"/>
                <a:cs typeface="Arial"/>
              </a:defRPr>
            </a:pPr>
            <a:r>
              <a:rPr sz="975" b="1">
                <a:solidFill>
                  <a:srgbClr val="62708A"/>
                </a:solidFill>
                <a:latin typeface="Arial"/>
                <a:ea typeface="Arial"/>
                <a:cs typeface="Arial"/>
              </a:rPr>
              <a:t>FLEETPRO  ·  Semana 10</a:t>
            </a:r>
          </a:p>
        </p:txBody>
      </p:sp>
      <p:sp>
        <p:nvSpPr>
          <p:cNvPr id="6" name="">
            <a:extLst xmlns:a="http://schemas.openxmlformats.org/drawingml/2006/main">
              <a:ext uri="{FF2B5EF4-FFF2-40B4-BE49-F238E27FC236}">
                <a16:creationId xmlns:a16="http://schemas.microsoft.com/office/drawing/2014/main" id="{F53AD471-FA3A-41D3-9DA2-5E4A12DAC283}"/>
              </a:ext>
            </a:extLst>
          </p:cNvPr>
          <p:cNvSpPr>
            <a:spLocks xmlns:a="http://schemas.openxmlformats.org/drawingml/2006/main" noGrp="1"/>
          </p:cNvSpPr>
          <p:nvPr/>
        </p:nvSpPr>
        <p:spPr>
          <a:xfrm xmlns:a="http://schemas.openxmlformats.org/drawingml/2006/main">
            <a:off x="11049000" y="63150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62708A"/>
                </a:solidFill>
                <a:latin typeface="Arial"/>
                <a:ea typeface="Arial"/>
                <a:cs typeface="Arial"/>
              </a:defRPr>
            </a:defPPr>
            <a:lvl1pPr algn="r">
              <a:defRPr sz="975" b="1">
                <a:solidFill>
                  <a:srgbClr val="62708A"/>
                </a:solidFill>
                <a:latin typeface="Arial"/>
                <a:ea typeface="Arial"/>
                <a:cs typeface="Arial"/>
              </a:defRPr>
            </a:lvl1pPr>
            <a:lvl2pPr algn="r">
              <a:defRPr sz="975" b="1">
                <a:solidFill>
                  <a:srgbClr val="62708A"/>
                </a:solidFill>
                <a:latin typeface="Arial"/>
                <a:ea typeface="Arial"/>
                <a:cs typeface="Arial"/>
              </a:defRPr>
            </a:lvl2pPr>
            <a:lvl3pPr algn="r">
              <a:defRPr sz="975" b="1">
                <a:solidFill>
                  <a:srgbClr val="62708A"/>
                </a:solidFill>
                <a:latin typeface="Arial"/>
                <a:ea typeface="Arial"/>
                <a:cs typeface="Arial"/>
              </a:defRPr>
            </a:lvl3pPr>
            <a:lvl4pPr algn="r">
              <a:defRPr sz="975" b="1">
                <a:solidFill>
                  <a:srgbClr val="62708A"/>
                </a:solidFill>
                <a:latin typeface="Arial"/>
                <a:ea typeface="Arial"/>
                <a:cs typeface="Arial"/>
              </a:defRPr>
            </a:lvl4pPr>
            <a:lvl5pPr algn="r">
              <a:defRPr sz="975" b="1">
                <a:solidFill>
                  <a:srgbClr val="62708A"/>
                </a:solidFill>
                <a:latin typeface="Arial"/>
                <a:ea typeface="Arial"/>
                <a:cs typeface="Arial"/>
              </a:defRPr>
            </a:lvl5pPr>
            <a:lvl6pPr algn="r">
              <a:defRPr sz="975" b="1">
                <a:solidFill>
                  <a:srgbClr val="62708A"/>
                </a:solidFill>
                <a:latin typeface="Arial"/>
                <a:ea typeface="Arial"/>
                <a:cs typeface="Arial"/>
              </a:defRPr>
            </a:lvl6pPr>
            <a:lvl7pPr algn="r">
              <a:defRPr sz="975" b="1">
                <a:solidFill>
                  <a:srgbClr val="62708A"/>
                </a:solidFill>
                <a:latin typeface="Arial"/>
                <a:ea typeface="Arial"/>
                <a:cs typeface="Arial"/>
              </a:defRPr>
            </a:lvl7pPr>
            <a:lvl8pPr algn="r">
              <a:defRPr sz="975" b="1">
                <a:solidFill>
                  <a:srgbClr val="62708A"/>
                </a:solidFill>
                <a:latin typeface="Arial"/>
                <a:ea typeface="Arial"/>
                <a:cs typeface="Arial"/>
              </a:defRPr>
            </a:lvl8pPr>
            <a:lvl9pPr algn="r">
              <a:defRPr sz="975" b="1">
                <a:solidFill>
                  <a:srgbClr val="62708A"/>
                </a:solidFill>
                <a:latin typeface="Arial"/>
                <a:ea typeface="Arial"/>
                <a:cs typeface="Arial"/>
              </a:defRPr>
            </a:lvl9pPr>
          </a:lstStyle>
          <a:p xmlns:a="http://schemas.openxmlformats.org/drawingml/2006/main">
            <a:pPr algn="r">
              <a:defRPr sz="975" b="1">
                <a:solidFill>
                  <a:srgbClr val="62708A"/>
                </a:solidFill>
                <a:latin typeface="Arial"/>
                <a:ea typeface="Arial"/>
                <a:cs typeface="Arial"/>
              </a:defRPr>
            </a:pPr>
            <a:r>
              <a:rPr sz="975" b="1">
                <a:solidFill>
                  <a:srgbClr val="62708A"/>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AF84FD95-888B-4F68-A233-76EC60AE4253}"/>
              </a:ext>
            </a:extLst>
          </p:cNvPr>
          <p:cNvSpPr>
            <a:spLocks xmlns:a="http://schemas.openxmlformats.org/drawingml/2006/main" noGrp="1"/>
          </p:cNvSpPr>
          <p:nvPr/>
        </p:nvSpPr>
        <p:spPr>
          <a:xfrm xmlns:a="http://schemas.openxmlformats.org/drawingml/2006/main">
            <a:off x="781050" y="1714500"/>
            <a:ext cx="457200" cy="457200"/>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47A7DAF-AAA4-4655-ABEE-045733287873}"/>
              </a:ext>
            </a:extLst>
          </p:cNvPr>
          <p:cNvSpPr>
            <a:spLocks xmlns:a="http://schemas.openxmlformats.org/drawingml/2006/main" noGrp="1"/>
          </p:cNvSpPr>
          <p:nvPr/>
        </p:nvSpPr>
        <p:spPr>
          <a:xfrm xmlns:a="http://schemas.openxmlformats.org/drawingml/2006/main">
            <a:off x="781050" y="17145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DE3A0C16-EB65-4A6B-90EF-5A96CBA14234}"/>
              </a:ext>
            </a:extLst>
          </p:cNvPr>
          <p:cNvSpPr>
            <a:spLocks xmlns:a="http://schemas.openxmlformats.org/drawingml/2006/main" noGrp="1"/>
          </p:cNvSpPr>
          <p:nvPr/>
        </p:nvSpPr>
        <p:spPr>
          <a:xfrm xmlns:a="http://schemas.openxmlformats.org/drawingml/2006/main">
            <a:off x="1524000" y="16764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213C"/>
                </a:solidFill>
                <a:latin typeface="Arial"/>
                <a:ea typeface="Arial"/>
                <a:cs typeface="Arial"/>
              </a:defRPr>
            </a:defPPr>
            <a:lvl1pPr algn="l">
              <a:defRPr sz="1500" b="1">
                <a:solidFill>
                  <a:srgbClr val="15213C"/>
                </a:solidFill>
                <a:latin typeface="Arial"/>
                <a:ea typeface="Arial"/>
                <a:cs typeface="Arial"/>
              </a:defRPr>
            </a:lvl1pPr>
            <a:lvl2pPr algn="l">
              <a:defRPr sz="1500" b="1">
                <a:solidFill>
                  <a:srgbClr val="15213C"/>
                </a:solidFill>
                <a:latin typeface="Arial"/>
                <a:ea typeface="Arial"/>
                <a:cs typeface="Arial"/>
              </a:defRPr>
            </a:lvl2pPr>
            <a:lvl3pPr algn="l">
              <a:defRPr sz="1500" b="1">
                <a:solidFill>
                  <a:srgbClr val="15213C"/>
                </a:solidFill>
                <a:latin typeface="Arial"/>
                <a:ea typeface="Arial"/>
                <a:cs typeface="Arial"/>
              </a:defRPr>
            </a:lvl3pPr>
            <a:lvl4pPr algn="l">
              <a:defRPr sz="1500" b="1">
                <a:solidFill>
                  <a:srgbClr val="15213C"/>
                </a:solidFill>
                <a:latin typeface="Arial"/>
                <a:ea typeface="Arial"/>
                <a:cs typeface="Arial"/>
              </a:defRPr>
            </a:lvl4pPr>
            <a:lvl5pPr algn="l">
              <a:defRPr sz="1500" b="1">
                <a:solidFill>
                  <a:srgbClr val="15213C"/>
                </a:solidFill>
                <a:latin typeface="Arial"/>
                <a:ea typeface="Arial"/>
                <a:cs typeface="Arial"/>
              </a:defRPr>
            </a:lvl5pPr>
            <a:lvl6pPr algn="l">
              <a:defRPr sz="1500" b="1">
                <a:solidFill>
                  <a:srgbClr val="15213C"/>
                </a:solidFill>
                <a:latin typeface="Arial"/>
                <a:ea typeface="Arial"/>
                <a:cs typeface="Arial"/>
              </a:defRPr>
            </a:lvl6pPr>
            <a:lvl7pPr algn="l">
              <a:defRPr sz="1500" b="1">
                <a:solidFill>
                  <a:srgbClr val="15213C"/>
                </a:solidFill>
                <a:latin typeface="Arial"/>
                <a:ea typeface="Arial"/>
                <a:cs typeface="Arial"/>
              </a:defRPr>
            </a:lvl7pPr>
            <a:lvl8pPr algn="l">
              <a:defRPr sz="1500" b="1">
                <a:solidFill>
                  <a:srgbClr val="15213C"/>
                </a:solidFill>
                <a:latin typeface="Arial"/>
                <a:ea typeface="Arial"/>
                <a:cs typeface="Arial"/>
              </a:defRPr>
            </a:lvl8pPr>
            <a:lvl9pPr algn="l">
              <a:defRPr sz="1500" b="1">
                <a:solidFill>
                  <a:srgbClr val="15213C"/>
                </a:solidFill>
                <a:latin typeface="Arial"/>
                <a:ea typeface="Arial"/>
                <a:cs typeface="Arial"/>
              </a:defRPr>
            </a:lvl9pPr>
          </a:lstStyle>
          <a:p xmlns:a="http://schemas.openxmlformats.org/drawingml/2006/main">
            <a:pPr algn="l">
              <a:defRPr sz="1500" b="1">
                <a:solidFill>
                  <a:srgbClr val="15213C"/>
                </a:solidFill>
                <a:latin typeface="Arial"/>
                <a:ea typeface="Arial"/>
                <a:cs typeface="Arial"/>
              </a:defRPr>
            </a:pPr>
            <a:r>
              <a:rPr sz="1500" b="1">
                <a:solidFill>
                  <a:srgbClr val="15213C"/>
                </a:solidFill>
                <a:latin typeface="Arial"/>
                <a:ea typeface="Arial"/>
                <a:cs typeface="Arial"/>
              </a:rPr>
              <a:t>Crear solicitud</a:t>
            </a:r>
          </a:p>
        </p:txBody>
      </p:sp>
      <p:sp>
        <p:nvSpPr>
          <p:cNvPr id="10" name="">
            <a:extLst xmlns:a="http://schemas.openxmlformats.org/drawingml/2006/main">
              <a:ext uri="{FF2B5EF4-FFF2-40B4-BE49-F238E27FC236}">
                <a16:creationId xmlns:a16="http://schemas.microsoft.com/office/drawing/2014/main" id="{0902F269-0C02-4CFD-BAE9-24E7222D173C}"/>
              </a:ext>
            </a:extLst>
          </p:cNvPr>
          <p:cNvSpPr>
            <a:spLocks xmlns:a="http://schemas.openxmlformats.org/drawingml/2006/main" noGrp="1"/>
          </p:cNvSpPr>
          <p:nvPr/>
        </p:nvSpPr>
        <p:spPr>
          <a:xfrm xmlns:a="http://schemas.openxmlformats.org/drawingml/2006/main">
            <a:off x="4048125" y="1676400"/>
            <a:ext cx="719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62708A"/>
                </a:solidFill>
                <a:latin typeface="Arial"/>
                <a:ea typeface="Arial"/>
                <a:cs typeface="Arial"/>
              </a:defRPr>
            </a:defPPr>
            <a:lvl1pPr algn="l">
              <a:defRPr sz="1350" b="0">
                <a:solidFill>
                  <a:srgbClr val="62708A"/>
                </a:solidFill>
                <a:latin typeface="Arial"/>
                <a:ea typeface="Arial"/>
                <a:cs typeface="Arial"/>
              </a:defRPr>
            </a:lvl1pPr>
            <a:lvl2pPr algn="l">
              <a:defRPr sz="1350" b="0">
                <a:solidFill>
                  <a:srgbClr val="62708A"/>
                </a:solidFill>
                <a:latin typeface="Arial"/>
                <a:ea typeface="Arial"/>
                <a:cs typeface="Arial"/>
              </a:defRPr>
            </a:lvl2pPr>
            <a:lvl3pPr algn="l">
              <a:defRPr sz="1350" b="0">
                <a:solidFill>
                  <a:srgbClr val="62708A"/>
                </a:solidFill>
                <a:latin typeface="Arial"/>
                <a:ea typeface="Arial"/>
                <a:cs typeface="Arial"/>
              </a:defRPr>
            </a:lvl3pPr>
            <a:lvl4pPr algn="l">
              <a:defRPr sz="1350" b="0">
                <a:solidFill>
                  <a:srgbClr val="62708A"/>
                </a:solidFill>
                <a:latin typeface="Arial"/>
                <a:ea typeface="Arial"/>
                <a:cs typeface="Arial"/>
              </a:defRPr>
            </a:lvl4pPr>
            <a:lvl5pPr algn="l">
              <a:defRPr sz="1350" b="0">
                <a:solidFill>
                  <a:srgbClr val="62708A"/>
                </a:solidFill>
                <a:latin typeface="Arial"/>
                <a:ea typeface="Arial"/>
                <a:cs typeface="Arial"/>
              </a:defRPr>
            </a:lvl5pPr>
            <a:lvl6pPr algn="l">
              <a:defRPr sz="1350" b="0">
                <a:solidFill>
                  <a:srgbClr val="62708A"/>
                </a:solidFill>
                <a:latin typeface="Arial"/>
                <a:ea typeface="Arial"/>
                <a:cs typeface="Arial"/>
              </a:defRPr>
            </a:lvl6pPr>
            <a:lvl7pPr algn="l">
              <a:defRPr sz="1350" b="0">
                <a:solidFill>
                  <a:srgbClr val="62708A"/>
                </a:solidFill>
                <a:latin typeface="Arial"/>
                <a:ea typeface="Arial"/>
                <a:cs typeface="Arial"/>
              </a:defRPr>
            </a:lvl7pPr>
            <a:lvl8pPr algn="l">
              <a:defRPr sz="1350" b="0">
                <a:solidFill>
                  <a:srgbClr val="62708A"/>
                </a:solidFill>
                <a:latin typeface="Arial"/>
                <a:ea typeface="Arial"/>
                <a:cs typeface="Arial"/>
              </a:defRPr>
            </a:lvl8pPr>
            <a:lvl9pPr algn="l">
              <a:defRPr sz="1350" b="0">
                <a:solidFill>
                  <a:srgbClr val="62708A"/>
                </a:solidFill>
                <a:latin typeface="Arial"/>
                <a:ea typeface="Arial"/>
                <a:cs typeface="Arial"/>
              </a:defRPr>
            </a:lvl9pPr>
          </a:lstStyle>
          <a:p xmlns:a="http://schemas.openxmlformats.org/drawingml/2006/main">
            <a:pPr algn="l">
              <a:defRPr sz="1350" b="0">
                <a:solidFill>
                  <a:srgbClr val="62708A"/>
                </a:solidFill>
                <a:latin typeface="Arial"/>
                <a:ea typeface="Arial"/>
                <a:cs typeface="Arial"/>
              </a:defRPr>
            </a:pPr>
            <a:r>
              <a:rPr sz="1350" b="0">
                <a:solidFill>
                  <a:srgbClr val="62708A"/>
                </a:solidFill>
                <a:latin typeface="Arial"/>
                <a:ea typeface="Arial"/>
                <a:cs typeface="Arial"/>
              </a:rPr>
              <a:t>Seleccionar cliente y añadir un servicio para un vehículo.</a:t>
            </a:r>
          </a:p>
        </p:txBody>
      </p:sp>
      <p:sp>
        <p:nvSpPr>
          <p:cNvPr id="11" name="">
            <a:extLst xmlns:a="http://schemas.openxmlformats.org/drawingml/2006/main">
              <a:ext uri="{FF2B5EF4-FFF2-40B4-BE49-F238E27FC236}">
                <a16:creationId xmlns:a16="http://schemas.microsoft.com/office/drawing/2014/main" id="{F9F87450-043D-4966-9287-84A38146F60A}"/>
              </a:ext>
            </a:extLst>
          </p:cNvPr>
          <p:cNvSpPr>
            <a:spLocks xmlns:a="http://schemas.openxmlformats.org/drawingml/2006/main" noGrp="1"/>
          </p:cNvSpPr>
          <p:nvPr/>
        </p:nvSpPr>
        <p:spPr>
          <a:xfrm xmlns:a="http://schemas.openxmlformats.org/drawingml/2006/main">
            <a:off x="1000125" y="2190750"/>
            <a:ext cx="19050" cy="285750"/>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B576D69-D29E-4E91-A42B-655D3DF1F220}"/>
              </a:ext>
            </a:extLst>
          </p:cNvPr>
          <p:cNvSpPr>
            <a:spLocks xmlns:a="http://schemas.openxmlformats.org/drawingml/2006/main" noGrp="1"/>
          </p:cNvSpPr>
          <p:nvPr/>
        </p:nvSpPr>
        <p:spPr>
          <a:xfrm xmlns:a="http://schemas.openxmlformats.org/drawingml/2006/main">
            <a:off x="781050" y="2533650"/>
            <a:ext cx="457200" cy="457200"/>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29ECE03-CC1A-42F6-8440-E903EC0D9742}"/>
              </a:ext>
            </a:extLst>
          </p:cNvPr>
          <p:cNvSpPr>
            <a:spLocks xmlns:a="http://schemas.openxmlformats.org/drawingml/2006/main" noGrp="1"/>
          </p:cNvSpPr>
          <p:nvPr/>
        </p:nvSpPr>
        <p:spPr>
          <a:xfrm xmlns:a="http://schemas.openxmlformats.org/drawingml/2006/main">
            <a:off x="781050" y="25336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97F881B9-B393-46A0-A183-3FB35287A978}"/>
              </a:ext>
            </a:extLst>
          </p:cNvPr>
          <p:cNvSpPr>
            <a:spLocks xmlns:a="http://schemas.openxmlformats.org/drawingml/2006/main" noGrp="1"/>
          </p:cNvSpPr>
          <p:nvPr/>
        </p:nvSpPr>
        <p:spPr>
          <a:xfrm xmlns:a="http://schemas.openxmlformats.org/drawingml/2006/main">
            <a:off x="1524000" y="24955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213C"/>
                </a:solidFill>
                <a:latin typeface="Arial"/>
                <a:ea typeface="Arial"/>
                <a:cs typeface="Arial"/>
              </a:defRPr>
            </a:defPPr>
            <a:lvl1pPr algn="l">
              <a:defRPr sz="1500" b="1">
                <a:solidFill>
                  <a:srgbClr val="15213C"/>
                </a:solidFill>
                <a:latin typeface="Arial"/>
                <a:ea typeface="Arial"/>
                <a:cs typeface="Arial"/>
              </a:defRPr>
            </a:lvl1pPr>
            <a:lvl2pPr algn="l">
              <a:defRPr sz="1500" b="1">
                <a:solidFill>
                  <a:srgbClr val="15213C"/>
                </a:solidFill>
                <a:latin typeface="Arial"/>
                <a:ea typeface="Arial"/>
                <a:cs typeface="Arial"/>
              </a:defRPr>
            </a:lvl2pPr>
            <a:lvl3pPr algn="l">
              <a:defRPr sz="1500" b="1">
                <a:solidFill>
                  <a:srgbClr val="15213C"/>
                </a:solidFill>
                <a:latin typeface="Arial"/>
                <a:ea typeface="Arial"/>
                <a:cs typeface="Arial"/>
              </a:defRPr>
            </a:lvl3pPr>
            <a:lvl4pPr algn="l">
              <a:defRPr sz="1500" b="1">
                <a:solidFill>
                  <a:srgbClr val="15213C"/>
                </a:solidFill>
                <a:latin typeface="Arial"/>
                <a:ea typeface="Arial"/>
                <a:cs typeface="Arial"/>
              </a:defRPr>
            </a:lvl4pPr>
            <a:lvl5pPr algn="l">
              <a:defRPr sz="1500" b="1">
                <a:solidFill>
                  <a:srgbClr val="15213C"/>
                </a:solidFill>
                <a:latin typeface="Arial"/>
                <a:ea typeface="Arial"/>
                <a:cs typeface="Arial"/>
              </a:defRPr>
            </a:lvl5pPr>
            <a:lvl6pPr algn="l">
              <a:defRPr sz="1500" b="1">
                <a:solidFill>
                  <a:srgbClr val="15213C"/>
                </a:solidFill>
                <a:latin typeface="Arial"/>
                <a:ea typeface="Arial"/>
                <a:cs typeface="Arial"/>
              </a:defRPr>
            </a:lvl6pPr>
            <a:lvl7pPr algn="l">
              <a:defRPr sz="1500" b="1">
                <a:solidFill>
                  <a:srgbClr val="15213C"/>
                </a:solidFill>
                <a:latin typeface="Arial"/>
                <a:ea typeface="Arial"/>
                <a:cs typeface="Arial"/>
              </a:defRPr>
            </a:lvl7pPr>
            <a:lvl8pPr algn="l">
              <a:defRPr sz="1500" b="1">
                <a:solidFill>
                  <a:srgbClr val="15213C"/>
                </a:solidFill>
                <a:latin typeface="Arial"/>
                <a:ea typeface="Arial"/>
                <a:cs typeface="Arial"/>
              </a:defRPr>
            </a:lvl8pPr>
            <a:lvl9pPr algn="l">
              <a:defRPr sz="1500" b="1">
                <a:solidFill>
                  <a:srgbClr val="15213C"/>
                </a:solidFill>
                <a:latin typeface="Arial"/>
                <a:ea typeface="Arial"/>
                <a:cs typeface="Arial"/>
              </a:defRPr>
            </a:lvl9pPr>
          </a:lstStyle>
          <a:p xmlns:a="http://schemas.openxmlformats.org/drawingml/2006/main">
            <a:pPr algn="l">
              <a:defRPr sz="1500" b="1">
                <a:solidFill>
                  <a:srgbClr val="15213C"/>
                </a:solidFill>
                <a:latin typeface="Arial"/>
                <a:ea typeface="Arial"/>
                <a:cs typeface="Arial"/>
              </a:defRPr>
            </a:pPr>
            <a:r>
              <a:rPr sz="1500" b="1">
                <a:solidFill>
                  <a:srgbClr val="15213C"/>
                </a:solidFill>
                <a:latin typeface="Arial"/>
                <a:ea typeface="Arial"/>
                <a:cs typeface="Arial"/>
              </a:rPr>
              <a:t>Aprobar</a:t>
            </a:r>
          </a:p>
        </p:txBody>
      </p:sp>
      <p:sp>
        <p:nvSpPr>
          <p:cNvPr id="15" name="">
            <a:extLst xmlns:a="http://schemas.openxmlformats.org/drawingml/2006/main">
              <a:ext uri="{FF2B5EF4-FFF2-40B4-BE49-F238E27FC236}">
                <a16:creationId xmlns:a16="http://schemas.microsoft.com/office/drawing/2014/main" id="{9A9C0C3F-6E53-4E9F-8577-262E9214810E}"/>
              </a:ext>
            </a:extLst>
          </p:cNvPr>
          <p:cNvSpPr>
            <a:spLocks xmlns:a="http://schemas.openxmlformats.org/drawingml/2006/main" noGrp="1"/>
          </p:cNvSpPr>
          <p:nvPr/>
        </p:nvSpPr>
        <p:spPr>
          <a:xfrm xmlns:a="http://schemas.openxmlformats.org/drawingml/2006/main">
            <a:off x="4048125" y="2495550"/>
            <a:ext cx="719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62708A"/>
                </a:solidFill>
                <a:latin typeface="Arial"/>
                <a:ea typeface="Arial"/>
                <a:cs typeface="Arial"/>
              </a:defRPr>
            </a:defPPr>
            <a:lvl1pPr algn="l">
              <a:defRPr sz="1350" b="0">
                <a:solidFill>
                  <a:srgbClr val="62708A"/>
                </a:solidFill>
                <a:latin typeface="Arial"/>
                <a:ea typeface="Arial"/>
                <a:cs typeface="Arial"/>
              </a:defRPr>
            </a:lvl1pPr>
            <a:lvl2pPr algn="l">
              <a:defRPr sz="1350" b="0">
                <a:solidFill>
                  <a:srgbClr val="62708A"/>
                </a:solidFill>
                <a:latin typeface="Arial"/>
                <a:ea typeface="Arial"/>
                <a:cs typeface="Arial"/>
              </a:defRPr>
            </a:lvl2pPr>
            <a:lvl3pPr algn="l">
              <a:defRPr sz="1350" b="0">
                <a:solidFill>
                  <a:srgbClr val="62708A"/>
                </a:solidFill>
                <a:latin typeface="Arial"/>
                <a:ea typeface="Arial"/>
                <a:cs typeface="Arial"/>
              </a:defRPr>
            </a:lvl3pPr>
            <a:lvl4pPr algn="l">
              <a:defRPr sz="1350" b="0">
                <a:solidFill>
                  <a:srgbClr val="62708A"/>
                </a:solidFill>
                <a:latin typeface="Arial"/>
                <a:ea typeface="Arial"/>
                <a:cs typeface="Arial"/>
              </a:defRPr>
            </a:lvl4pPr>
            <a:lvl5pPr algn="l">
              <a:defRPr sz="1350" b="0">
                <a:solidFill>
                  <a:srgbClr val="62708A"/>
                </a:solidFill>
                <a:latin typeface="Arial"/>
                <a:ea typeface="Arial"/>
                <a:cs typeface="Arial"/>
              </a:defRPr>
            </a:lvl5pPr>
            <a:lvl6pPr algn="l">
              <a:defRPr sz="1350" b="0">
                <a:solidFill>
                  <a:srgbClr val="62708A"/>
                </a:solidFill>
                <a:latin typeface="Arial"/>
                <a:ea typeface="Arial"/>
                <a:cs typeface="Arial"/>
              </a:defRPr>
            </a:lvl6pPr>
            <a:lvl7pPr algn="l">
              <a:defRPr sz="1350" b="0">
                <a:solidFill>
                  <a:srgbClr val="62708A"/>
                </a:solidFill>
                <a:latin typeface="Arial"/>
                <a:ea typeface="Arial"/>
                <a:cs typeface="Arial"/>
              </a:defRPr>
            </a:lvl7pPr>
            <a:lvl8pPr algn="l">
              <a:defRPr sz="1350" b="0">
                <a:solidFill>
                  <a:srgbClr val="62708A"/>
                </a:solidFill>
                <a:latin typeface="Arial"/>
                <a:ea typeface="Arial"/>
                <a:cs typeface="Arial"/>
              </a:defRPr>
            </a:lvl8pPr>
            <a:lvl9pPr algn="l">
              <a:defRPr sz="1350" b="0">
                <a:solidFill>
                  <a:srgbClr val="62708A"/>
                </a:solidFill>
                <a:latin typeface="Arial"/>
                <a:ea typeface="Arial"/>
                <a:cs typeface="Arial"/>
              </a:defRPr>
            </a:lvl9pPr>
          </a:lstStyle>
          <a:p xmlns:a="http://schemas.openxmlformats.org/drawingml/2006/main">
            <a:pPr algn="l">
              <a:defRPr sz="1350" b="0">
                <a:solidFill>
                  <a:srgbClr val="62708A"/>
                </a:solidFill>
                <a:latin typeface="Arial"/>
                <a:ea typeface="Arial"/>
                <a:cs typeface="Arial"/>
              </a:defRPr>
            </a:pPr>
            <a:r>
              <a:rPr sz="1350" b="0">
                <a:solidFill>
                  <a:srgbClr val="62708A"/>
                </a:solidFill>
                <a:latin typeface="Arial"/>
                <a:ea typeface="Arial"/>
                <a:cs typeface="Arial"/>
              </a:rPr>
              <a:t>Cambiar la SOLPED de Pendiente a Aprobada.</a:t>
            </a:r>
          </a:p>
        </p:txBody>
      </p:sp>
      <p:sp>
        <p:nvSpPr>
          <p:cNvPr id="16" name="">
            <a:extLst xmlns:a="http://schemas.openxmlformats.org/drawingml/2006/main">
              <a:ext uri="{FF2B5EF4-FFF2-40B4-BE49-F238E27FC236}">
                <a16:creationId xmlns:a16="http://schemas.microsoft.com/office/drawing/2014/main" id="{76F5D9CA-2783-4A37-B962-4B5DD8D00140}"/>
              </a:ext>
            </a:extLst>
          </p:cNvPr>
          <p:cNvSpPr>
            <a:spLocks xmlns:a="http://schemas.openxmlformats.org/drawingml/2006/main" noGrp="1"/>
          </p:cNvSpPr>
          <p:nvPr/>
        </p:nvSpPr>
        <p:spPr>
          <a:xfrm xmlns:a="http://schemas.openxmlformats.org/drawingml/2006/main">
            <a:off x="1000125" y="3009900"/>
            <a:ext cx="19050" cy="285750"/>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70C2C99-BD61-4309-AFBA-189BD32C4E94}"/>
              </a:ext>
            </a:extLst>
          </p:cNvPr>
          <p:cNvSpPr>
            <a:spLocks xmlns:a="http://schemas.openxmlformats.org/drawingml/2006/main" noGrp="1"/>
          </p:cNvSpPr>
          <p:nvPr/>
        </p:nvSpPr>
        <p:spPr>
          <a:xfrm xmlns:a="http://schemas.openxmlformats.org/drawingml/2006/main">
            <a:off x="781050" y="3352800"/>
            <a:ext cx="457200" cy="457200"/>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4396A6B-7DD5-40C9-BBD0-7FC1BB8489DD}"/>
              </a:ext>
            </a:extLst>
          </p:cNvPr>
          <p:cNvSpPr>
            <a:spLocks xmlns:a="http://schemas.openxmlformats.org/drawingml/2006/main" noGrp="1"/>
          </p:cNvSpPr>
          <p:nvPr/>
        </p:nvSpPr>
        <p:spPr>
          <a:xfrm xmlns:a="http://schemas.openxmlformats.org/drawingml/2006/main">
            <a:off x="781050" y="33528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B62BA371-62EF-4F35-BA3D-5A07BEFC12EA}"/>
              </a:ext>
            </a:extLst>
          </p:cNvPr>
          <p:cNvSpPr>
            <a:spLocks xmlns:a="http://schemas.openxmlformats.org/drawingml/2006/main" noGrp="1"/>
          </p:cNvSpPr>
          <p:nvPr/>
        </p:nvSpPr>
        <p:spPr>
          <a:xfrm xmlns:a="http://schemas.openxmlformats.org/drawingml/2006/main">
            <a:off x="1524000" y="33147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213C"/>
                </a:solidFill>
                <a:latin typeface="Arial"/>
                <a:ea typeface="Arial"/>
                <a:cs typeface="Arial"/>
              </a:defRPr>
            </a:defPPr>
            <a:lvl1pPr algn="l">
              <a:defRPr sz="1500" b="1">
                <a:solidFill>
                  <a:srgbClr val="15213C"/>
                </a:solidFill>
                <a:latin typeface="Arial"/>
                <a:ea typeface="Arial"/>
                <a:cs typeface="Arial"/>
              </a:defRPr>
            </a:lvl1pPr>
            <a:lvl2pPr algn="l">
              <a:defRPr sz="1500" b="1">
                <a:solidFill>
                  <a:srgbClr val="15213C"/>
                </a:solidFill>
                <a:latin typeface="Arial"/>
                <a:ea typeface="Arial"/>
                <a:cs typeface="Arial"/>
              </a:defRPr>
            </a:lvl2pPr>
            <a:lvl3pPr algn="l">
              <a:defRPr sz="1500" b="1">
                <a:solidFill>
                  <a:srgbClr val="15213C"/>
                </a:solidFill>
                <a:latin typeface="Arial"/>
                <a:ea typeface="Arial"/>
                <a:cs typeface="Arial"/>
              </a:defRPr>
            </a:lvl3pPr>
            <a:lvl4pPr algn="l">
              <a:defRPr sz="1500" b="1">
                <a:solidFill>
                  <a:srgbClr val="15213C"/>
                </a:solidFill>
                <a:latin typeface="Arial"/>
                <a:ea typeface="Arial"/>
                <a:cs typeface="Arial"/>
              </a:defRPr>
            </a:lvl4pPr>
            <a:lvl5pPr algn="l">
              <a:defRPr sz="1500" b="1">
                <a:solidFill>
                  <a:srgbClr val="15213C"/>
                </a:solidFill>
                <a:latin typeface="Arial"/>
                <a:ea typeface="Arial"/>
                <a:cs typeface="Arial"/>
              </a:defRPr>
            </a:lvl5pPr>
            <a:lvl6pPr algn="l">
              <a:defRPr sz="1500" b="1">
                <a:solidFill>
                  <a:srgbClr val="15213C"/>
                </a:solidFill>
                <a:latin typeface="Arial"/>
                <a:ea typeface="Arial"/>
                <a:cs typeface="Arial"/>
              </a:defRPr>
            </a:lvl6pPr>
            <a:lvl7pPr algn="l">
              <a:defRPr sz="1500" b="1">
                <a:solidFill>
                  <a:srgbClr val="15213C"/>
                </a:solidFill>
                <a:latin typeface="Arial"/>
                <a:ea typeface="Arial"/>
                <a:cs typeface="Arial"/>
              </a:defRPr>
            </a:lvl7pPr>
            <a:lvl8pPr algn="l">
              <a:defRPr sz="1500" b="1">
                <a:solidFill>
                  <a:srgbClr val="15213C"/>
                </a:solidFill>
                <a:latin typeface="Arial"/>
                <a:ea typeface="Arial"/>
                <a:cs typeface="Arial"/>
              </a:defRPr>
            </a:lvl8pPr>
            <a:lvl9pPr algn="l">
              <a:defRPr sz="1500" b="1">
                <a:solidFill>
                  <a:srgbClr val="15213C"/>
                </a:solidFill>
                <a:latin typeface="Arial"/>
                <a:ea typeface="Arial"/>
                <a:cs typeface="Arial"/>
              </a:defRPr>
            </a:lvl9pPr>
          </a:lstStyle>
          <a:p xmlns:a="http://schemas.openxmlformats.org/drawingml/2006/main">
            <a:pPr algn="l">
              <a:defRPr sz="1500" b="1">
                <a:solidFill>
                  <a:srgbClr val="15213C"/>
                </a:solidFill>
                <a:latin typeface="Arial"/>
                <a:ea typeface="Arial"/>
                <a:cs typeface="Arial"/>
              </a:defRPr>
            </a:pPr>
            <a:r>
              <a:rPr sz="1500" b="1">
                <a:solidFill>
                  <a:srgbClr val="15213C"/>
                </a:solidFill>
                <a:latin typeface="Arial"/>
                <a:ea typeface="Arial"/>
                <a:cs typeface="Arial"/>
              </a:rPr>
              <a:t>Convertir</a:t>
            </a:r>
          </a:p>
        </p:txBody>
      </p:sp>
      <p:sp>
        <p:nvSpPr>
          <p:cNvPr id="20" name="">
            <a:extLst xmlns:a="http://schemas.openxmlformats.org/drawingml/2006/main">
              <a:ext uri="{FF2B5EF4-FFF2-40B4-BE49-F238E27FC236}">
                <a16:creationId xmlns:a16="http://schemas.microsoft.com/office/drawing/2014/main" id="{B072FA88-483E-4630-A77B-1E83908D6137}"/>
              </a:ext>
            </a:extLst>
          </p:cNvPr>
          <p:cNvSpPr>
            <a:spLocks xmlns:a="http://schemas.openxmlformats.org/drawingml/2006/main" noGrp="1"/>
          </p:cNvSpPr>
          <p:nvPr/>
        </p:nvSpPr>
        <p:spPr>
          <a:xfrm xmlns:a="http://schemas.openxmlformats.org/drawingml/2006/main">
            <a:off x="4048125" y="3314700"/>
            <a:ext cx="719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62708A"/>
                </a:solidFill>
                <a:latin typeface="Arial"/>
                <a:ea typeface="Arial"/>
                <a:cs typeface="Arial"/>
              </a:defRPr>
            </a:defPPr>
            <a:lvl1pPr algn="l">
              <a:defRPr sz="1350" b="0">
                <a:solidFill>
                  <a:srgbClr val="62708A"/>
                </a:solidFill>
                <a:latin typeface="Arial"/>
                <a:ea typeface="Arial"/>
                <a:cs typeface="Arial"/>
              </a:defRPr>
            </a:lvl1pPr>
            <a:lvl2pPr algn="l">
              <a:defRPr sz="1350" b="0">
                <a:solidFill>
                  <a:srgbClr val="62708A"/>
                </a:solidFill>
                <a:latin typeface="Arial"/>
                <a:ea typeface="Arial"/>
                <a:cs typeface="Arial"/>
              </a:defRPr>
            </a:lvl2pPr>
            <a:lvl3pPr algn="l">
              <a:defRPr sz="1350" b="0">
                <a:solidFill>
                  <a:srgbClr val="62708A"/>
                </a:solidFill>
                <a:latin typeface="Arial"/>
                <a:ea typeface="Arial"/>
                <a:cs typeface="Arial"/>
              </a:defRPr>
            </a:lvl3pPr>
            <a:lvl4pPr algn="l">
              <a:defRPr sz="1350" b="0">
                <a:solidFill>
                  <a:srgbClr val="62708A"/>
                </a:solidFill>
                <a:latin typeface="Arial"/>
                <a:ea typeface="Arial"/>
                <a:cs typeface="Arial"/>
              </a:defRPr>
            </a:lvl4pPr>
            <a:lvl5pPr algn="l">
              <a:defRPr sz="1350" b="0">
                <a:solidFill>
                  <a:srgbClr val="62708A"/>
                </a:solidFill>
                <a:latin typeface="Arial"/>
                <a:ea typeface="Arial"/>
                <a:cs typeface="Arial"/>
              </a:defRPr>
            </a:lvl5pPr>
            <a:lvl6pPr algn="l">
              <a:defRPr sz="1350" b="0">
                <a:solidFill>
                  <a:srgbClr val="62708A"/>
                </a:solidFill>
                <a:latin typeface="Arial"/>
                <a:ea typeface="Arial"/>
                <a:cs typeface="Arial"/>
              </a:defRPr>
            </a:lvl6pPr>
            <a:lvl7pPr algn="l">
              <a:defRPr sz="1350" b="0">
                <a:solidFill>
                  <a:srgbClr val="62708A"/>
                </a:solidFill>
                <a:latin typeface="Arial"/>
                <a:ea typeface="Arial"/>
                <a:cs typeface="Arial"/>
              </a:defRPr>
            </a:lvl7pPr>
            <a:lvl8pPr algn="l">
              <a:defRPr sz="1350" b="0">
                <a:solidFill>
                  <a:srgbClr val="62708A"/>
                </a:solidFill>
                <a:latin typeface="Arial"/>
                <a:ea typeface="Arial"/>
                <a:cs typeface="Arial"/>
              </a:defRPr>
            </a:lvl8pPr>
            <a:lvl9pPr algn="l">
              <a:defRPr sz="1350" b="0">
                <a:solidFill>
                  <a:srgbClr val="62708A"/>
                </a:solidFill>
                <a:latin typeface="Arial"/>
                <a:ea typeface="Arial"/>
                <a:cs typeface="Arial"/>
              </a:defRPr>
            </a:lvl9pPr>
          </a:lstStyle>
          <a:p xmlns:a="http://schemas.openxmlformats.org/drawingml/2006/main">
            <a:pPr algn="l">
              <a:defRPr sz="1350" b="0">
                <a:solidFill>
                  <a:srgbClr val="62708A"/>
                </a:solidFill>
                <a:latin typeface="Arial"/>
                <a:ea typeface="Arial"/>
                <a:cs typeface="Arial"/>
              </a:defRPr>
            </a:pPr>
            <a:r>
              <a:rPr sz="1350" b="0">
                <a:solidFill>
                  <a:srgbClr val="62708A"/>
                </a:solidFill>
                <a:latin typeface="Arial"/>
                <a:ea typeface="Arial"/>
                <a:cs typeface="Arial"/>
              </a:rPr>
              <a:t>Verificar venta creada y detalle copiado.</a:t>
            </a:r>
          </a:p>
        </p:txBody>
      </p:sp>
      <p:sp>
        <p:nvSpPr>
          <p:cNvPr id="21" name="">
            <a:extLst xmlns:a="http://schemas.openxmlformats.org/drawingml/2006/main">
              <a:ext uri="{FF2B5EF4-FFF2-40B4-BE49-F238E27FC236}">
                <a16:creationId xmlns:a16="http://schemas.microsoft.com/office/drawing/2014/main" id="{830B794D-1031-432C-9D14-C47D53048C1C}"/>
              </a:ext>
            </a:extLst>
          </p:cNvPr>
          <p:cNvSpPr>
            <a:spLocks xmlns:a="http://schemas.openxmlformats.org/drawingml/2006/main" noGrp="1"/>
          </p:cNvSpPr>
          <p:nvPr/>
        </p:nvSpPr>
        <p:spPr>
          <a:xfrm xmlns:a="http://schemas.openxmlformats.org/drawingml/2006/main">
            <a:off x="1000125" y="3829050"/>
            <a:ext cx="19050" cy="285750"/>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F7E6D51-EE1D-40D2-89EC-5FB43159AC70}"/>
              </a:ext>
            </a:extLst>
          </p:cNvPr>
          <p:cNvSpPr>
            <a:spLocks xmlns:a="http://schemas.openxmlformats.org/drawingml/2006/main" noGrp="1"/>
          </p:cNvSpPr>
          <p:nvPr/>
        </p:nvSpPr>
        <p:spPr>
          <a:xfrm xmlns:a="http://schemas.openxmlformats.org/drawingml/2006/main">
            <a:off x="781050" y="4171950"/>
            <a:ext cx="457200" cy="457200"/>
          </a:xfrm>
          <a:prstGeom xmlns:a="http://schemas.openxmlformats.org/drawingml/2006/main" prst="ellipse">
            <a:avLst/>
          </a:prstGeom>
          <a:solidFill xmlns:a="http://schemas.openxmlformats.org/drawingml/2006/main">
            <a:srgbClr val="2864E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4775A17-E812-4E8B-86E1-DA8A4161FE2F}"/>
              </a:ext>
            </a:extLst>
          </p:cNvPr>
          <p:cNvSpPr>
            <a:spLocks xmlns:a="http://schemas.openxmlformats.org/drawingml/2006/main" noGrp="1"/>
          </p:cNvSpPr>
          <p:nvPr/>
        </p:nvSpPr>
        <p:spPr>
          <a:xfrm xmlns:a="http://schemas.openxmlformats.org/drawingml/2006/main">
            <a:off x="781050" y="41719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04</a:t>
            </a:r>
          </a:p>
        </p:txBody>
      </p:sp>
      <p:sp>
        <p:nvSpPr>
          <p:cNvPr id="24" name="">
            <a:extLst xmlns:a="http://schemas.openxmlformats.org/drawingml/2006/main">
              <a:ext uri="{FF2B5EF4-FFF2-40B4-BE49-F238E27FC236}">
                <a16:creationId xmlns:a16="http://schemas.microsoft.com/office/drawing/2014/main" id="{8F31F8E6-0ACF-4FE8-9C6D-A4B03A356DBB}"/>
              </a:ext>
            </a:extLst>
          </p:cNvPr>
          <p:cNvSpPr>
            <a:spLocks xmlns:a="http://schemas.openxmlformats.org/drawingml/2006/main" noGrp="1"/>
          </p:cNvSpPr>
          <p:nvPr/>
        </p:nvSpPr>
        <p:spPr>
          <a:xfrm xmlns:a="http://schemas.openxmlformats.org/drawingml/2006/main">
            <a:off x="1524000" y="4133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213C"/>
                </a:solidFill>
                <a:latin typeface="Arial"/>
                <a:ea typeface="Arial"/>
                <a:cs typeface="Arial"/>
              </a:defRPr>
            </a:defPPr>
            <a:lvl1pPr algn="l">
              <a:defRPr sz="1500" b="1">
                <a:solidFill>
                  <a:srgbClr val="15213C"/>
                </a:solidFill>
                <a:latin typeface="Arial"/>
                <a:ea typeface="Arial"/>
                <a:cs typeface="Arial"/>
              </a:defRPr>
            </a:lvl1pPr>
            <a:lvl2pPr algn="l">
              <a:defRPr sz="1500" b="1">
                <a:solidFill>
                  <a:srgbClr val="15213C"/>
                </a:solidFill>
                <a:latin typeface="Arial"/>
                <a:ea typeface="Arial"/>
                <a:cs typeface="Arial"/>
              </a:defRPr>
            </a:lvl2pPr>
            <a:lvl3pPr algn="l">
              <a:defRPr sz="1500" b="1">
                <a:solidFill>
                  <a:srgbClr val="15213C"/>
                </a:solidFill>
                <a:latin typeface="Arial"/>
                <a:ea typeface="Arial"/>
                <a:cs typeface="Arial"/>
              </a:defRPr>
            </a:lvl3pPr>
            <a:lvl4pPr algn="l">
              <a:defRPr sz="1500" b="1">
                <a:solidFill>
                  <a:srgbClr val="15213C"/>
                </a:solidFill>
                <a:latin typeface="Arial"/>
                <a:ea typeface="Arial"/>
                <a:cs typeface="Arial"/>
              </a:defRPr>
            </a:lvl4pPr>
            <a:lvl5pPr algn="l">
              <a:defRPr sz="1500" b="1">
                <a:solidFill>
                  <a:srgbClr val="15213C"/>
                </a:solidFill>
                <a:latin typeface="Arial"/>
                <a:ea typeface="Arial"/>
                <a:cs typeface="Arial"/>
              </a:defRPr>
            </a:lvl5pPr>
            <a:lvl6pPr algn="l">
              <a:defRPr sz="1500" b="1">
                <a:solidFill>
                  <a:srgbClr val="15213C"/>
                </a:solidFill>
                <a:latin typeface="Arial"/>
                <a:ea typeface="Arial"/>
                <a:cs typeface="Arial"/>
              </a:defRPr>
            </a:lvl6pPr>
            <a:lvl7pPr algn="l">
              <a:defRPr sz="1500" b="1">
                <a:solidFill>
                  <a:srgbClr val="15213C"/>
                </a:solidFill>
                <a:latin typeface="Arial"/>
                <a:ea typeface="Arial"/>
                <a:cs typeface="Arial"/>
              </a:defRPr>
            </a:lvl7pPr>
            <a:lvl8pPr algn="l">
              <a:defRPr sz="1500" b="1">
                <a:solidFill>
                  <a:srgbClr val="15213C"/>
                </a:solidFill>
                <a:latin typeface="Arial"/>
                <a:ea typeface="Arial"/>
                <a:cs typeface="Arial"/>
              </a:defRPr>
            </a:lvl8pPr>
            <a:lvl9pPr algn="l">
              <a:defRPr sz="1500" b="1">
                <a:solidFill>
                  <a:srgbClr val="15213C"/>
                </a:solidFill>
                <a:latin typeface="Arial"/>
                <a:ea typeface="Arial"/>
                <a:cs typeface="Arial"/>
              </a:defRPr>
            </a:lvl9pPr>
          </a:lstStyle>
          <a:p xmlns:a="http://schemas.openxmlformats.org/drawingml/2006/main">
            <a:pPr algn="l">
              <a:defRPr sz="1500" b="1">
                <a:solidFill>
                  <a:srgbClr val="15213C"/>
                </a:solidFill>
                <a:latin typeface="Arial"/>
                <a:ea typeface="Arial"/>
                <a:cs typeface="Arial"/>
              </a:defRPr>
            </a:pPr>
            <a:r>
              <a:rPr sz="1500" b="1">
                <a:solidFill>
                  <a:srgbClr val="15213C"/>
                </a:solidFill>
                <a:latin typeface="Arial"/>
                <a:ea typeface="Arial"/>
                <a:cs typeface="Arial"/>
              </a:rPr>
              <a:t>Confirmar y emitir</a:t>
            </a:r>
          </a:p>
        </p:txBody>
      </p:sp>
      <p:sp>
        <p:nvSpPr>
          <p:cNvPr id="25" name="">
            <a:extLst xmlns:a="http://schemas.openxmlformats.org/drawingml/2006/main">
              <a:ext uri="{FF2B5EF4-FFF2-40B4-BE49-F238E27FC236}">
                <a16:creationId xmlns:a16="http://schemas.microsoft.com/office/drawing/2014/main" id="{50CCA2F1-8341-4A4E-ABFE-7F7F3FB3F4D0}"/>
              </a:ext>
            </a:extLst>
          </p:cNvPr>
          <p:cNvSpPr>
            <a:spLocks xmlns:a="http://schemas.openxmlformats.org/drawingml/2006/main" noGrp="1"/>
          </p:cNvSpPr>
          <p:nvPr/>
        </p:nvSpPr>
        <p:spPr>
          <a:xfrm xmlns:a="http://schemas.openxmlformats.org/drawingml/2006/main">
            <a:off x="4048125" y="4133850"/>
            <a:ext cx="719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62708A"/>
                </a:solidFill>
                <a:latin typeface="Arial"/>
                <a:ea typeface="Arial"/>
                <a:cs typeface="Arial"/>
              </a:defRPr>
            </a:defPPr>
            <a:lvl1pPr algn="l">
              <a:defRPr sz="1350" b="0">
                <a:solidFill>
                  <a:srgbClr val="62708A"/>
                </a:solidFill>
                <a:latin typeface="Arial"/>
                <a:ea typeface="Arial"/>
                <a:cs typeface="Arial"/>
              </a:defRPr>
            </a:lvl1pPr>
            <a:lvl2pPr algn="l">
              <a:defRPr sz="1350" b="0">
                <a:solidFill>
                  <a:srgbClr val="62708A"/>
                </a:solidFill>
                <a:latin typeface="Arial"/>
                <a:ea typeface="Arial"/>
                <a:cs typeface="Arial"/>
              </a:defRPr>
            </a:lvl2pPr>
            <a:lvl3pPr algn="l">
              <a:defRPr sz="1350" b="0">
                <a:solidFill>
                  <a:srgbClr val="62708A"/>
                </a:solidFill>
                <a:latin typeface="Arial"/>
                <a:ea typeface="Arial"/>
                <a:cs typeface="Arial"/>
              </a:defRPr>
            </a:lvl3pPr>
            <a:lvl4pPr algn="l">
              <a:defRPr sz="1350" b="0">
                <a:solidFill>
                  <a:srgbClr val="62708A"/>
                </a:solidFill>
                <a:latin typeface="Arial"/>
                <a:ea typeface="Arial"/>
                <a:cs typeface="Arial"/>
              </a:defRPr>
            </a:lvl4pPr>
            <a:lvl5pPr algn="l">
              <a:defRPr sz="1350" b="0">
                <a:solidFill>
                  <a:srgbClr val="62708A"/>
                </a:solidFill>
                <a:latin typeface="Arial"/>
                <a:ea typeface="Arial"/>
                <a:cs typeface="Arial"/>
              </a:defRPr>
            </a:lvl5pPr>
            <a:lvl6pPr algn="l">
              <a:defRPr sz="1350" b="0">
                <a:solidFill>
                  <a:srgbClr val="62708A"/>
                </a:solidFill>
                <a:latin typeface="Arial"/>
                <a:ea typeface="Arial"/>
                <a:cs typeface="Arial"/>
              </a:defRPr>
            </a:lvl6pPr>
            <a:lvl7pPr algn="l">
              <a:defRPr sz="1350" b="0">
                <a:solidFill>
                  <a:srgbClr val="62708A"/>
                </a:solidFill>
                <a:latin typeface="Arial"/>
                <a:ea typeface="Arial"/>
                <a:cs typeface="Arial"/>
              </a:defRPr>
            </a:lvl7pPr>
            <a:lvl8pPr algn="l">
              <a:defRPr sz="1350" b="0">
                <a:solidFill>
                  <a:srgbClr val="62708A"/>
                </a:solidFill>
                <a:latin typeface="Arial"/>
                <a:ea typeface="Arial"/>
                <a:cs typeface="Arial"/>
              </a:defRPr>
            </a:lvl8pPr>
            <a:lvl9pPr algn="l">
              <a:defRPr sz="1350" b="0">
                <a:solidFill>
                  <a:srgbClr val="62708A"/>
                </a:solidFill>
                <a:latin typeface="Arial"/>
                <a:ea typeface="Arial"/>
                <a:cs typeface="Arial"/>
              </a:defRPr>
            </a:lvl9pPr>
          </a:lstStyle>
          <a:p xmlns:a="http://schemas.openxmlformats.org/drawingml/2006/main">
            <a:pPr algn="l">
              <a:defRPr sz="1350" b="0">
                <a:solidFill>
                  <a:srgbClr val="62708A"/>
                </a:solidFill>
                <a:latin typeface="Arial"/>
                <a:ea typeface="Arial"/>
                <a:cs typeface="Arial"/>
              </a:defRPr>
            </a:pPr>
            <a:r>
              <a:rPr sz="1350" b="0">
                <a:solidFill>
                  <a:srgbClr val="62708A"/>
                </a:solidFill>
                <a:latin typeface="Arial"/>
                <a:ea typeface="Arial"/>
                <a:cs typeface="Arial"/>
              </a:rPr>
              <a:t>Confirmar la venta; registrar serie y número de factura o boleta.</a:t>
            </a:r>
          </a:p>
        </p:txBody>
      </p:sp>
      <p:sp>
        <p:nvSpPr>
          <p:cNvPr id="26" name="">
            <a:extLst xmlns:a="http://schemas.openxmlformats.org/drawingml/2006/main">
              <a:ext uri="{FF2B5EF4-FFF2-40B4-BE49-F238E27FC236}">
                <a16:creationId xmlns:a16="http://schemas.microsoft.com/office/drawing/2014/main" id="{192805C8-C7FD-43DB-BD4A-E39B7952FFC4}"/>
              </a:ext>
            </a:extLst>
          </p:cNvPr>
          <p:cNvSpPr>
            <a:spLocks xmlns:a="http://schemas.openxmlformats.org/drawingml/2006/main" noGrp="1"/>
          </p:cNvSpPr>
          <p:nvPr/>
        </p:nvSpPr>
        <p:spPr>
          <a:xfrm xmlns:a="http://schemas.openxmlformats.org/drawingml/2006/main">
            <a:off x="1000125" y="4648200"/>
            <a:ext cx="19050" cy="285750"/>
          </a:xfrm>
          <a:prstGeom xmlns:a="http://schemas.openxmlformats.org/drawingml/2006/main" prst="rect">
            <a:avLst/>
          </a:prstGeom>
          <a:solidFill xmlns:a="http://schemas.openxmlformats.org/drawingml/2006/main">
            <a:srgbClr val="DCE3E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F358F2F-15FF-4766-A169-C27080386DD3}"/>
              </a:ext>
            </a:extLst>
          </p:cNvPr>
          <p:cNvSpPr>
            <a:spLocks xmlns:a="http://schemas.openxmlformats.org/drawingml/2006/main" noGrp="1"/>
          </p:cNvSpPr>
          <p:nvPr/>
        </p:nvSpPr>
        <p:spPr>
          <a:xfrm xmlns:a="http://schemas.openxmlformats.org/drawingml/2006/main">
            <a:off x="781050" y="4991100"/>
            <a:ext cx="457200" cy="457200"/>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C1B9D9B-B922-4D8C-85CB-9F58A8BD589E}"/>
              </a:ext>
            </a:extLst>
          </p:cNvPr>
          <p:cNvSpPr>
            <a:spLocks xmlns:a="http://schemas.openxmlformats.org/drawingml/2006/main" noGrp="1"/>
          </p:cNvSpPr>
          <p:nvPr/>
        </p:nvSpPr>
        <p:spPr>
          <a:xfrm xmlns:a="http://schemas.openxmlformats.org/drawingml/2006/main">
            <a:off x="781050" y="49911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FFFFFF"/>
                </a:solidFill>
                <a:latin typeface="Arial"/>
                <a:ea typeface="Arial"/>
                <a:cs typeface="Arial"/>
              </a:defRPr>
            </a:defPPr>
            <a:lvl1pPr algn="ctr">
              <a:defRPr sz="1050" b="1">
                <a:solidFill>
                  <a:srgbClr val="FFFFFF"/>
                </a:solidFill>
                <a:latin typeface="Arial"/>
                <a:ea typeface="Arial"/>
                <a:cs typeface="Arial"/>
              </a:defRPr>
            </a:lvl1pPr>
            <a:lvl2pPr algn="ctr">
              <a:defRPr sz="1050" b="1">
                <a:solidFill>
                  <a:srgbClr val="FFFFFF"/>
                </a:solidFill>
                <a:latin typeface="Arial"/>
                <a:ea typeface="Arial"/>
                <a:cs typeface="Arial"/>
              </a:defRPr>
            </a:lvl2pPr>
            <a:lvl3pPr algn="ctr">
              <a:defRPr sz="1050" b="1">
                <a:solidFill>
                  <a:srgbClr val="FFFFFF"/>
                </a:solidFill>
                <a:latin typeface="Arial"/>
                <a:ea typeface="Arial"/>
                <a:cs typeface="Arial"/>
              </a:defRPr>
            </a:lvl3pPr>
            <a:lvl4pPr algn="ctr">
              <a:defRPr sz="1050" b="1">
                <a:solidFill>
                  <a:srgbClr val="FFFFFF"/>
                </a:solidFill>
                <a:latin typeface="Arial"/>
                <a:ea typeface="Arial"/>
                <a:cs typeface="Arial"/>
              </a:defRPr>
            </a:lvl4pPr>
            <a:lvl5pPr algn="ctr">
              <a:defRPr sz="1050" b="1">
                <a:solidFill>
                  <a:srgbClr val="FFFFFF"/>
                </a:solidFill>
                <a:latin typeface="Arial"/>
                <a:ea typeface="Arial"/>
                <a:cs typeface="Arial"/>
              </a:defRPr>
            </a:lvl5pPr>
            <a:lvl6pPr algn="ctr">
              <a:defRPr sz="1050" b="1">
                <a:solidFill>
                  <a:srgbClr val="FFFFFF"/>
                </a:solidFill>
                <a:latin typeface="Arial"/>
                <a:ea typeface="Arial"/>
                <a:cs typeface="Arial"/>
              </a:defRPr>
            </a:lvl6pPr>
            <a:lvl7pPr algn="ctr">
              <a:defRPr sz="1050" b="1">
                <a:solidFill>
                  <a:srgbClr val="FFFFFF"/>
                </a:solidFill>
                <a:latin typeface="Arial"/>
                <a:ea typeface="Arial"/>
                <a:cs typeface="Arial"/>
              </a:defRPr>
            </a:lvl7pPr>
            <a:lvl8pPr algn="ctr">
              <a:defRPr sz="1050" b="1">
                <a:solidFill>
                  <a:srgbClr val="FFFFFF"/>
                </a:solidFill>
                <a:latin typeface="Arial"/>
                <a:ea typeface="Arial"/>
                <a:cs typeface="Arial"/>
              </a:defRPr>
            </a:lvl8pPr>
            <a:lvl9pPr algn="ctr">
              <a:defRPr sz="1050" b="1">
                <a:solidFill>
                  <a:srgbClr val="FFFFFF"/>
                </a:solidFill>
                <a:latin typeface="Arial"/>
                <a:ea typeface="Arial"/>
                <a:cs typeface="Arial"/>
              </a:defRPr>
            </a:lvl9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05</a:t>
            </a:r>
          </a:p>
        </p:txBody>
      </p:sp>
      <p:sp>
        <p:nvSpPr>
          <p:cNvPr id="29" name="">
            <a:extLst xmlns:a="http://schemas.openxmlformats.org/drawingml/2006/main">
              <a:ext uri="{FF2B5EF4-FFF2-40B4-BE49-F238E27FC236}">
                <a16:creationId xmlns:a16="http://schemas.microsoft.com/office/drawing/2014/main" id="{FF69BC4E-C376-42FE-9C59-734903A1AB8D}"/>
              </a:ext>
            </a:extLst>
          </p:cNvPr>
          <p:cNvSpPr>
            <a:spLocks xmlns:a="http://schemas.openxmlformats.org/drawingml/2006/main" noGrp="1"/>
          </p:cNvSpPr>
          <p:nvPr/>
        </p:nvSpPr>
        <p:spPr>
          <a:xfrm xmlns:a="http://schemas.openxmlformats.org/drawingml/2006/main">
            <a:off x="1524000" y="49530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5213C"/>
                </a:solidFill>
                <a:latin typeface="Arial"/>
                <a:ea typeface="Arial"/>
                <a:cs typeface="Arial"/>
              </a:defRPr>
            </a:defPPr>
            <a:lvl1pPr algn="l">
              <a:defRPr sz="1500" b="1">
                <a:solidFill>
                  <a:srgbClr val="15213C"/>
                </a:solidFill>
                <a:latin typeface="Arial"/>
                <a:ea typeface="Arial"/>
                <a:cs typeface="Arial"/>
              </a:defRPr>
            </a:lvl1pPr>
            <a:lvl2pPr algn="l">
              <a:defRPr sz="1500" b="1">
                <a:solidFill>
                  <a:srgbClr val="15213C"/>
                </a:solidFill>
                <a:latin typeface="Arial"/>
                <a:ea typeface="Arial"/>
                <a:cs typeface="Arial"/>
              </a:defRPr>
            </a:lvl2pPr>
            <a:lvl3pPr algn="l">
              <a:defRPr sz="1500" b="1">
                <a:solidFill>
                  <a:srgbClr val="15213C"/>
                </a:solidFill>
                <a:latin typeface="Arial"/>
                <a:ea typeface="Arial"/>
                <a:cs typeface="Arial"/>
              </a:defRPr>
            </a:lvl3pPr>
            <a:lvl4pPr algn="l">
              <a:defRPr sz="1500" b="1">
                <a:solidFill>
                  <a:srgbClr val="15213C"/>
                </a:solidFill>
                <a:latin typeface="Arial"/>
                <a:ea typeface="Arial"/>
                <a:cs typeface="Arial"/>
              </a:defRPr>
            </a:lvl4pPr>
            <a:lvl5pPr algn="l">
              <a:defRPr sz="1500" b="1">
                <a:solidFill>
                  <a:srgbClr val="15213C"/>
                </a:solidFill>
                <a:latin typeface="Arial"/>
                <a:ea typeface="Arial"/>
                <a:cs typeface="Arial"/>
              </a:defRPr>
            </a:lvl5pPr>
            <a:lvl6pPr algn="l">
              <a:defRPr sz="1500" b="1">
                <a:solidFill>
                  <a:srgbClr val="15213C"/>
                </a:solidFill>
                <a:latin typeface="Arial"/>
                <a:ea typeface="Arial"/>
                <a:cs typeface="Arial"/>
              </a:defRPr>
            </a:lvl6pPr>
            <a:lvl7pPr algn="l">
              <a:defRPr sz="1500" b="1">
                <a:solidFill>
                  <a:srgbClr val="15213C"/>
                </a:solidFill>
                <a:latin typeface="Arial"/>
                <a:ea typeface="Arial"/>
                <a:cs typeface="Arial"/>
              </a:defRPr>
            </a:lvl7pPr>
            <a:lvl8pPr algn="l">
              <a:defRPr sz="1500" b="1">
                <a:solidFill>
                  <a:srgbClr val="15213C"/>
                </a:solidFill>
                <a:latin typeface="Arial"/>
                <a:ea typeface="Arial"/>
                <a:cs typeface="Arial"/>
              </a:defRPr>
            </a:lvl8pPr>
            <a:lvl9pPr algn="l">
              <a:defRPr sz="1500" b="1">
                <a:solidFill>
                  <a:srgbClr val="15213C"/>
                </a:solidFill>
                <a:latin typeface="Arial"/>
                <a:ea typeface="Arial"/>
                <a:cs typeface="Arial"/>
              </a:defRPr>
            </a:lvl9pPr>
          </a:lstStyle>
          <a:p xmlns:a="http://schemas.openxmlformats.org/drawingml/2006/main">
            <a:pPr algn="l">
              <a:defRPr sz="1500" b="1">
                <a:solidFill>
                  <a:srgbClr val="15213C"/>
                </a:solidFill>
                <a:latin typeface="Arial"/>
                <a:ea typeface="Arial"/>
                <a:cs typeface="Arial"/>
              </a:defRPr>
            </a:pPr>
            <a:r>
              <a:rPr sz="1500" b="1">
                <a:solidFill>
                  <a:srgbClr val="15213C"/>
                </a:solidFill>
                <a:latin typeface="Arial"/>
                <a:ea typeface="Arial"/>
                <a:cs typeface="Arial"/>
              </a:rPr>
              <a:t>Mostrar control</a:t>
            </a:r>
          </a:p>
        </p:txBody>
      </p:sp>
      <p:sp>
        <p:nvSpPr>
          <p:cNvPr id="30" name="">
            <a:extLst xmlns:a="http://schemas.openxmlformats.org/drawingml/2006/main">
              <a:ext uri="{FF2B5EF4-FFF2-40B4-BE49-F238E27FC236}">
                <a16:creationId xmlns:a16="http://schemas.microsoft.com/office/drawing/2014/main" id="{CE940E8B-D1E3-4FEE-819F-99AD076A3BD3}"/>
              </a:ext>
            </a:extLst>
          </p:cNvPr>
          <p:cNvSpPr>
            <a:spLocks xmlns:a="http://schemas.openxmlformats.org/drawingml/2006/main" noGrp="1"/>
          </p:cNvSpPr>
          <p:nvPr/>
        </p:nvSpPr>
        <p:spPr>
          <a:xfrm xmlns:a="http://schemas.openxmlformats.org/drawingml/2006/main">
            <a:off x="4048125" y="4953000"/>
            <a:ext cx="7191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62708A"/>
                </a:solidFill>
                <a:latin typeface="Arial"/>
                <a:ea typeface="Arial"/>
                <a:cs typeface="Arial"/>
              </a:defRPr>
            </a:defPPr>
            <a:lvl1pPr algn="l">
              <a:defRPr sz="1350" b="0">
                <a:solidFill>
                  <a:srgbClr val="62708A"/>
                </a:solidFill>
                <a:latin typeface="Arial"/>
                <a:ea typeface="Arial"/>
                <a:cs typeface="Arial"/>
              </a:defRPr>
            </a:lvl1pPr>
            <a:lvl2pPr algn="l">
              <a:defRPr sz="1350" b="0">
                <a:solidFill>
                  <a:srgbClr val="62708A"/>
                </a:solidFill>
                <a:latin typeface="Arial"/>
                <a:ea typeface="Arial"/>
                <a:cs typeface="Arial"/>
              </a:defRPr>
            </a:lvl2pPr>
            <a:lvl3pPr algn="l">
              <a:defRPr sz="1350" b="0">
                <a:solidFill>
                  <a:srgbClr val="62708A"/>
                </a:solidFill>
                <a:latin typeface="Arial"/>
                <a:ea typeface="Arial"/>
                <a:cs typeface="Arial"/>
              </a:defRPr>
            </a:lvl3pPr>
            <a:lvl4pPr algn="l">
              <a:defRPr sz="1350" b="0">
                <a:solidFill>
                  <a:srgbClr val="62708A"/>
                </a:solidFill>
                <a:latin typeface="Arial"/>
                <a:ea typeface="Arial"/>
                <a:cs typeface="Arial"/>
              </a:defRPr>
            </a:lvl4pPr>
            <a:lvl5pPr algn="l">
              <a:defRPr sz="1350" b="0">
                <a:solidFill>
                  <a:srgbClr val="62708A"/>
                </a:solidFill>
                <a:latin typeface="Arial"/>
                <a:ea typeface="Arial"/>
                <a:cs typeface="Arial"/>
              </a:defRPr>
            </a:lvl5pPr>
            <a:lvl6pPr algn="l">
              <a:defRPr sz="1350" b="0">
                <a:solidFill>
                  <a:srgbClr val="62708A"/>
                </a:solidFill>
                <a:latin typeface="Arial"/>
                <a:ea typeface="Arial"/>
                <a:cs typeface="Arial"/>
              </a:defRPr>
            </a:lvl6pPr>
            <a:lvl7pPr algn="l">
              <a:defRPr sz="1350" b="0">
                <a:solidFill>
                  <a:srgbClr val="62708A"/>
                </a:solidFill>
                <a:latin typeface="Arial"/>
                <a:ea typeface="Arial"/>
                <a:cs typeface="Arial"/>
              </a:defRPr>
            </a:lvl7pPr>
            <a:lvl8pPr algn="l">
              <a:defRPr sz="1350" b="0">
                <a:solidFill>
                  <a:srgbClr val="62708A"/>
                </a:solidFill>
                <a:latin typeface="Arial"/>
                <a:ea typeface="Arial"/>
                <a:cs typeface="Arial"/>
              </a:defRPr>
            </a:lvl8pPr>
            <a:lvl9pPr algn="l">
              <a:defRPr sz="1350" b="0">
                <a:solidFill>
                  <a:srgbClr val="62708A"/>
                </a:solidFill>
                <a:latin typeface="Arial"/>
                <a:ea typeface="Arial"/>
                <a:cs typeface="Arial"/>
              </a:defRPr>
            </a:lvl9pPr>
          </a:lstStyle>
          <a:p xmlns:a="http://schemas.openxmlformats.org/drawingml/2006/main">
            <a:pPr algn="l">
              <a:defRPr sz="1350" b="0">
                <a:solidFill>
                  <a:srgbClr val="62708A"/>
                </a:solidFill>
                <a:latin typeface="Arial"/>
                <a:ea typeface="Arial"/>
                <a:cs typeface="Arial"/>
              </a:defRPr>
            </a:pPr>
            <a:r>
              <a:rPr sz="1350" b="0">
                <a:solidFill>
                  <a:srgbClr val="62708A"/>
                </a:solidFill>
                <a:latin typeface="Arial"/>
                <a:ea typeface="Arial"/>
                <a:cs typeface="Arial"/>
              </a:rPr>
              <a:t>Anular documento y verificar el estado e historial.</a:t>
            </a:r>
          </a:p>
        </p:txBody>
      </p:sp>
    </p:spTree>
    <p:extLst>
      <p:ext uri="{BB962C8B-B14F-4D97-AF65-F5344CB8AC3E}">
        <p14:creationId xmlns:p14="http://schemas.microsoft.com/office/powerpoint/2010/main" val="958656113"/>
      </p:ext>
    </p:extLst>
  </p:cSld>
</p:sld>
</file>

<file path=ppt/slides/slide9.xml><?xml version="1.0" encoding="utf-8"?>
<p:sld xmlns:p="http://schemas.openxmlformats.org/presentationml/2006/main">
  <p:cSld>
    <p:bg>
      <p:bgPr>
        <a:solidFill xmlns:a="http://schemas.openxmlformats.org/drawingml/2006/main">
          <a:srgbClr val="101A3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118E681-C7EF-4647-A12A-F762E44C4C8F}"/>
              </a:ext>
            </a:extLst>
          </p:cNvPr>
          <p:cNvSpPr>
            <a:spLocks xmlns:a="http://schemas.openxmlformats.org/drawingml/2006/main" noGrp="1"/>
          </p:cNvSpPr>
          <p:nvPr/>
        </p:nvSpPr>
        <p:spPr>
          <a:xfrm xmlns:a="http://schemas.openxmlformats.org/drawingml/2006/main">
            <a:off x="723900" y="666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2B1F3"/>
                </a:solidFill>
                <a:latin typeface="Arial"/>
                <a:ea typeface="Arial"/>
                <a:cs typeface="Arial"/>
              </a:defRPr>
            </a:defPPr>
            <a:lvl1pPr algn="l">
              <a:defRPr sz="1125" b="1">
                <a:solidFill>
                  <a:srgbClr val="52B1F3"/>
                </a:solidFill>
                <a:latin typeface="Arial"/>
                <a:ea typeface="Arial"/>
                <a:cs typeface="Arial"/>
              </a:defRPr>
            </a:lvl1pPr>
            <a:lvl2pPr algn="l">
              <a:defRPr sz="1125" b="1">
                <a:solidFill>
                  <a:srgbClr val="52B1F3"/>
                </a:solidFill>
                <a:latin typeface="Arial"/>
                <a:ea typeface="Arial"/>
                <a:cs typeface="Arial"/>
              </a:defRPr>
            </a:lvl2pPr>
            <a:lvl3pPr algn="l">
              <a:defRPr sz="1125" b="1">
                <a:solidFill>
                  <a:srgbClr val="52B1F3"/>
                </a:solidFill>
                <a:latin typeface="Arial"/>
                <a:ea typeface="Arial"/>
                <a:cs typeface="Arial"/>
              </a:defRPr>
            </a:lvl3pPr>
            <a:lvl4pPr algn="l">
              <a:defRPr sz="1125" b="1">
                <a:solidFill>
                  <a:srgbClr val="52B1F3"/>
                </a:solidFill>
                <a:latin typeface="Arial"/>
                <a:ea typeface="Arial"/>
                <a:cs typeface="Arial"/>
              </a:defRPr>
            </a:lvl4pPr>
            <a:lvl5pPr algn="l">
              <a:defRPr sz="1125" b="1">
                <a:solidFill>
                  <a:srgbClr val="52B1F3"/>
                </a:solidFill>
                <a:latin typeface="Arial"/>
                <a:ea typeface="Arial"/>
                <a:cs typeface="Arial"/>
              </a:defRPr>
            </a:lvl5pPr>
            <a:lvl6pPr algn="l">
              <a:defRPr sz="1125" b="1">
                <a:solidFill>
                  <a:srgbClr val="52B1F3"/>
                </a:solidFill>
                <a:latin typeface="Arial"/>
                <a:ea typeface="Arial"/>
                <a:cs typeface="Arial"/>
              </a:defRPr>
            </a:lvl6pPr>
            <a:lvl7pPr algn="l">
              <a:defRPr sz="1125" b="1">
                <a:solidFill>
                  <a:srgbClr val="52B1F3"/>
                </a:solidFill>
                <a:latin typeface="Arial"/>
                <a:ea typeface="Arial"/>
                <a:cs typeface="Arial"/>
              </a:defRPr>
            </a:lvl7pPr>
            <a:lvl8pPr algn="l">
              <a:defRPr sz="1125" b="1">
                <a:solidFill>
                  <a:srgbClr val="52B1F3"/>
                </a:solidFill>
                <a:latin typeface="Arial"/>
                <a:ea typeface="Arial"/>
                <a:cs typeface="Arial"/>
              </a:defRPr>
            </a:lvl8pPr>
            <a:lvl9pPr algn="l">
              <a:defRPr sz="1125" b="1">
                <a:solidFill>
                  <a:srgbClr val="52B1F3"/>
                </a:solidFill>
                <a:latin typeface="Arial"/>
                <a:ea typeface="Arial"/>
                <a:cs typeface="Arial"/>
              </a:defRPr>
            </a:lvl9pPr>
          </a:lstStyle>
          <a:p xmlns:a="http://schemas.openxmlformats.org/drawingml/2006/main">
            <a:pPr algn="l">
              <a:defRPr sz="1125" b="1">
                <a:solidFill>
                  <a:srgbClr val="52B1F3"/>
                </a:solidFill>
                <a:latin typeface="Arial"/>
                <a:ea typeface="Arial"/>
                <a:cs typeface="Arial"/>
              </a:defRPr>
            </a:pPr>
            <a:r>
              <a:rPr sz="1125" b="1">
                <a:solidFill>
                  <a:srgbClr val="52B1F3"/>
                </a:solidFill>
                <a:latin typeface="Arial"/>
                <a:ea typeface="Arial"/>
                <a:cs typeface="Arial"/>
              </a:rPr>
              <a:t>AVANCE</a:t>
            </a:r>
          </a:p>
        </p:txBody>
      </p:sp>
      <p:sp>
        <p:nvSpPr>
          <p:cNvPr id="2" name="">
            <a:extLst xmlns:a="http://schemas.openxmlformats.org/drawingml/2006/main">
              <a:ext uri="{FF2B5EF4-FFF2-40B4-BE49-F238E27FC236}">
                <a16:creationId xmlns:a16="http://schemas.microsoft.com/office/drawing/2014/main" id="{A6DF9EC4-0C20-4698-995D-B765071DEC9D}"/>
              </a:ext>
            </a:extLst>
          </p:cNvPr>
          <p:cNvSpPr>
            <a:spLocks xmlns:a="http://schemas.openxmlformats.org/drawingml/2006/main" noGrp="1"/>
          </p:cNvSpPr>
          <p:nvPr/>
        </p:nvSpPr>
        <p:spPr>
          <a:xfrm xmlns:a="http://schemas.openxmlformats.org/drawingml/2006/main">
            <a:off x="723900" y="10668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a:solidFill>
                  <a:srgbClr val="FFFFFF"/>
                </a:solidFill>
                <a:latin typeface="Arial"/>
                <a:ea typeface="Arial"/>
                <a:cs typeface="Arial"/>
              </a:defRPr>
            </a:defPPr>
            <a:lvl1pPr algn="l">
              <a:defRPr sz="2700" b="1">
                <a:solidFill>
                  <a:srgbClr val="FFFFFF"/>
                </a:solidFill>
                <a:latin typeface="Arial"/>
                <a:ea typeface="Arial"/>
                <a:cs typeface="Arial"/>
              </a:defRPr>
            </a:lvl1pPr>
            <a:lvl2pPr algn="l">
              <a:defRPr sz="2700" b="1">
                <a:solidFill>
                  <a:srgbClr val="FFFFFF"/>
                </a:solidFill>
                <a:latin typeface="Arial"/>
                <a:ea typeface="Arial"/>
                <a:cs typeface="Arial"/>
              </a:defRPr>
            </a:lvl2pPr>
            <a:lvl3pPr algn="l">
              <a:defRPr sz="2700" b="1">
                <a:solidFill>
                  <a:srgbClr val="FFFFFF"/>
                </a:solidFill>
                <a:latin typeface="Arial"/>
                <a:ea typeface="Arial"/>
                <a:cs typeface="Arial"/>
              </a:defRPr>
            </a:lvl3pPr>
            <a:lvl4pPr algn="l">
              <a:defRPr sz="2700" b="1">
                <a:solidFill>
                  <a:srgbClr val="FFFFFF"/>
                </a:solidFill>
                <a:latin typeface="Arial"/>
                <a:ea typeface="Arial"/>
                <a:cs typeface="Arial"/>
              </a:defRPr>
            </a:lvl4pPr>
            <a:lvl5pPr algn="l">
              <a:defRPr sz="2700" b="1">
                <a:solidFill>
                  <a:srgbClr val="FFFFFF"/>
                </a:solidFill>
                <a:latin typeface="Arial"/>
                <a:ea typeface="Arial"/>
                <a:cs typeface="Arial"/>
              </a:defRPr>
            </a:lvl5pPr>
            <a:lvl6pPr algn="l">
              <a:defRPr sz="2700" b="1">
                <a:solidFill>
                  <a:srgbClr val="FFFFFF"/>
                </a:solidFill>
                <a:latin typeface="Arial"/>
                <a:ea typeface="Arial"/>
                <a:cs typeface="Arial"/>
              </a:defRPr>
            </a:lvl6pPr>
            <a:lvl7pPr algn="l">
              <a:defRPr sz="2700" b="1">
                <a:solidFill>
                  <a:srgbClr val="FFFFFF"/>
                </a:solidFill>
                <a:latin typeface="Arial"/>
                <a:ea typeface="Arial"/>
                <a:cs typeface="Arial"/>
              </a:defRPr>
            </a:lvl7pPr>
            <a:lvl8pPr algn="l">
              <a:defRPr sz="2700" b="1">
                <a:solidFill>
                  <a:srgbClr val="FFFFFF"/>
                </a:solidFill>
                <a:latin typeface="Arial"/>
                <a:ea typeface="Arial"/>
                <a:cs typeface="Arial"/>
              </a:defRPr>
            </a:lvl8pPr>
            <a:lvl9pPr algn="l">
              <a:defRPr sz="2700" b="1">
                <a:solidFill>
                  <a:srgbClr val="FFFFFF"/>
                </a:solidFill>
                <a:latin typeface="Arial"/>
                <a:ea typeface="Arial"/>
                <a:cs typeface="Arial"/>
              </a:defRPr>
            </a:lvl9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Etapa 6 completada en código y documentación</a:t>
            </a:r>
          </a:p>
        </p:txBody>
      </p:sp>
      <p:sp>
        <p:nvSpPr>
          <p:cNvPr id="3" name="">
            <a:extLst xmlns:a="http://schemas.openxmlformats.org/drawingml/2006/main">
              <a:ext uri="{FF2B5EF4-FFF2-40B4-BE49-F238E27FC236}">
                <a16:creationId xmlns:a16="http://schemas.microsoft.com/office/drawing/2014/main" id="{DFCDC9E7-ED2C-4BC3-84EA-9553167459C7}"/>
              </a:ext>
            </a:extLst>
          </p:cNvPr>
          <p:cNvSpPr>
            <a:spLocks xmlns:a="http://schemas.openxmlformats.org/drawingml/2006/main" noGrp="1"/>
          </p:cNvSpPr>
          <p:nvPr/>
        </p:nvSpPr>
        <p:spPr>
          <a:xfrm xmlns:a="http://schemas.openxmlformats.org/drawingml/2006/main">
            <a:off x="723900" y="2190750"/>
            <a:ext cx="4953000" cy="2333625"/>
          </a:xfrm>
          <a:prstGeom xmlns:a="http://schemas.openxmlformats.org/drawingml/2006/main" prst="roundRect">
            <a:avLst>
              <a:gd name="adj" fmla="val 3265"/>
            </a:avLst>
          </a:prstGeom>
          <a:solidFill xmlns:a="http://schemas.openxmlformats.org/drawingml/2006/main">
            <a:srgbClr val="1A2755"/>
          </a:solidFill>
          <a:ln xmlns:a="http://schemas.openxmlformats.org/drawingml/2006/main" w="9525">
            <a:solidFill>
              <a:srgbClr val="1A2755"/>
            </a:solidFill>
            <a:prstDash val="solid"/>
          </a:ln>
        </p:spPr>
      </p:sp>
      <p:sp>
        <p:nvSpPr>
          <p:cNvPr id="4" name="">
            <a:extLst xmlns:a="http://schemas.openxmlformats.org/drawingml/2006/main">
              <a:ext uri="{FF2B5EF4-FFF2-40B4-BE49-F238E27FC236}">
                <a16:creationId xmlns:a16="http://schemas.microsoft.com/office/drawing/2014/main" id="{84D1B2B4-2EC2-46C6-A9A4-17379D2C5E9D}"/>
              </a:ext>
            </a:extLst>
          </p:cNvPr>
          <p:cNvSpPr>
            <a:spLocks xmlns:a="http://schemas.openxmlformats.org/drawingml/2006/main" noGrp="1"/>
          </p:cNvSpPr>
          <p:nvPr/>
        </p:nvSpPr>
        <p:spPr>
          <a:xfrm xmlns:a="http://schemas.openxmlformats.org/drawingml/2006/main">
            <a:off x="1028700" y="247650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52B1F3"/>
                </a:solidFill>
                <a:latin typeface="Arial"/>
                <a:ea typeface="Arial"/>
                <a:cs typeface="Arial"/>
              </a:defRPr>
            </a:defPPr>
            <a:lvl1pPr algn="l">
              <a:defRPr sz="1650" b="1">
                <a:solidFill>
                  <a:srgbClr val="52B1F3"/>
                </a:solidFill>
                <a:latin typeface="Arial"/>
                <a:ea typeface="Arial"/>
                <a:cs typeface="Arial"/>
              </a:defRPr>
            </a:lvl1pPr>
            <a:lvl2pPr algn="l">
              <a:defRPr sz="1650" b="1">
                <a:solidFill>
                  <a:srgbClr val="52B1F3"/>
                </a:solidFill>
                <a:latin typeface="Arial"/>
                <a:ea typeface="Arial"/>
                <a:cs typeface="Arial"/>
              </a:defRPr>
            </a:lvl2pPr>
            <a:lvl3pPr algn="l">
              <a:defRPr sz="1650" b="1">
                <a:solidFill>
                  <a:srgbClr val="52B1F3"/>
                </a:solidFill>
                <a:latin typeface="Arial"/>
                <a:ea typeface="Arial"/>
                <a:cs typeface="Arial"/>
              </a:defRPr>
            </a:lvl3pPr>
            <a:lvl4pPr algn="l">
              <a:defRPr sz="1650" b="1">
                <a:solidFill>
                  <a:srgbClr val="52B1F3"/>
                </a:solidFill>
                <a:latin typeface="Arial"/>
                <a:ea typeface="Arial"/>
                <a:cs typeface="Arial"/>
              </a:defRPr>
            </a:lvl4pPr>
            <a:lvl5pPr algn="l">
              <a:defRPr sz="1650" b="1">
                <a:solidFill>
                  <a:srgbClr val="52B1F3"/>
                </a:solidFill>
                <a:latin typeface="Arial"/>
                <a:ea typeface="Arial"/>
                <a:cs typeface="Arial"/>
              </a:defRPr>
            </a:lvl5pPr>
            <a:lvl6pPr algn="l">
              <a:defRPr sz="1650" b="1">
                <a:solidFill>
                  <a:srgbClr val="52B1F3"/>
                </a:solidFill>
                <a:latin typeface="Arial"/>
                <a:ea typeface="Arial"/>
                <a:cs typeface="Arial"/>
              </a:defRPr>
            </a:lvl6pPr>
            <a:lvl7pPr algn="l">
              <a:defRPr sz="1650" b="1">
                <a:solidFill>
                  <a:srgbClr val="52B1F3"/>
                </a:solidFill>
                <a:latin typeface="Arial"/>
                <a:ea typeface="Arial"/>
                <a:cs typeface="Arial"/>
              </a:defRPr>
            </a:lvl7pPr>
            <a:lvl8pPr algn="l">
              <a:defRPr sz="1650" b="1">
                <a:solidFill>
                  <a:srgbClr val="52B1F3"/>
                </a:solidFill>
                <a:latin typeface="Arial"/>
                <a:ea typeface="Arial"/>
                <a:cs typeface="Arial"/>
              </a:defRPr>
            </a:lvl8pPr>
            <a:lvl9pPr algn="l">
              <a:defRPr sz="1650" b="1">
                <a:solidFill>
                  <a:srgbClr val="52B1F3"/>
                </a:solidFill>
                <a:latin typeface="Arial"/>
                <a:ea typeface="Arial"/>
                <a:cs typeface="Arial"/>
              </a:defRPr>
            </a:lvl9pPr>
          </a:lstStyle>
          <a:p xmlns:a="http://schemas.openxmlformats.org/drawingml/2006/main">
            <a:pPr algn="l">
              <a:defRPr sz="1650" b="1">
                <a:solidFill>
                  <a:srgbClr val="52B1F3"/>
                </a:solidFill>
                <a:latin typeface="Arial"/>
                <a:ea typeface="Arial"/>
                <a:cs typeface="Arial"/>
              </a:defRPr>
            </a:pPr>
            <a:r>
              <a:rPr sz="1650" b="1">
                <a:solidFill>
                  <a:srgbClr val="52B1F3"/>
                </a:solidFill>
                <a:latin typeface="Arial"/>
                <a:ea typeface="Arial"/>
                <a:cs typeface="Arial"/>
              </a:rPr>
              <a:t>Listo en la entrega</a:t>
            </a:r>
          </a:p>
        </p:txBody>
      </p:sp>
      <p:sp>
        <p:nvSpPr>
          <p:cNvPr id="5" name="">
            <a:extLst xmlns:a="http://schemas.openxmlformats.org/drawingml/2006/main">
              <a:ext uri="{FF2B5EF4-FFF2-40B4-BE49-F238E27FC236}">
                <a16:creationId xmlns:a16="http://schemas.microsoft.com/office/drawing/2014/main" id="{08EB0324-D5C5-4E6E-A46F-8ED5CAAFEAA0}"/>
              </a:ext>
            </a:extLst>
          </p:cNvPr>
          <p:cNvSpPr>
            <a:spLocks xmlns:a="http://schemas.openxmlformats.org/drawingml/2006/main" noGrp="1"/>
          </p:cNvSpPr>
          <p:nvPr/>
        </p:nvSpPr>
        <p:spPr>
          <a:xfrm xmlns:a="http://schemas.openxmlformats.org/drawingml/2006/main">
            <a:off x="1028700" y="3124200"/>
            <a:ext cx="85725" cy="85725"/>
          </a:xfrm>
          <a:prstGeom xmlns:a="http://schemas.openxmlformats.org/drawingml/2006/main" prst="ellipse">
            <a:avLst/>
          </a:prstGeom>
          <a:solidFill xmlns:a="http://schemas.openxmlformats.org/drawingml/2006/main">
            <a:srgbClr val="13A88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71A140-034E-45A4-9D99-203E980B6A54}"/>
              </a:ext>
            </a:extLst>
          </p:cNvPr>
          <p:cNvSpPr>
            <a:spLocks xmlns:a="http://schemas.openxmlformats.org/drawingml/2006/main" noGrp="1"/>
          </p:cNvSpPr>
          <p:nvPr/>
        </p:nvSpPr>
        <p:spPr>
          <a:xfrm xmlns:a="http://schemas.openxmlformats.org/drawingml/2006/main">
            <a:off x="1238250" y="302895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rial"/>
                <a:ea typeface="Arial"/>
                <a:cs typeface="Arial"/>
              </a:defRPr>
            </a:defPPr>
            <a:lvl1pPr algn="l">
              <a:defRPr sz="1350" b="0">
                <a:solidFill>
                  <a:srgbClr val="FFFFFF"/>
                </a:solidFill>
                <a:latin typeface="Arial"/>
                <a:ea typeface="Arial"/>
                <a:cs typeface="Arial"/>
              </a:defRPr>
            </a:lvl1pPr>
            <a:lvl2pPr algn="l">
              <a:defRPr sz="1350" b="0">
                <a:solidFill>
                  <a:srgbClr val="FFFFFF"/>
                </a:solidFill>
                <a:latin typeface="Arial"/>
                <a:ea typeface="Arial"/>
                <a:cs typeface="Arial"/>
              </a:defRPr>
            </a:lvl2pPr>
            <a:lvl3pPr algn="l">
              <a:defRPr sz="1350" b="0">
                <a:solidFill>
                  <a:srgbClr val="FFFFFF"/>
                </a:solidFill>
                <a:latin typeface="Arial"/>
                <a:ea typeface="Arial"/>
                <a:cs typeface="Arial"/>
              </a:defRPr>
            </a:lvl3pPr>
            <a:lvl4pPr algn="l">
              <a:defRPr sz="1350" b="0">
                <a:solidFill>
                  <a:srgbClr val="FFFFFF"/>
                </a:solidFill>
                <a:latin typeface="Arial"/>
                <a:ea typeface="Arial"/>
                <a:cs typeface="Arial"/>
              </a:defRPr>
            </a:lvl4pPr>
            <a:lvl5pPr algn="l">
              <a:defRPr sz="1350" b="0">
                <a:solidFill>
                  <a:srgbClr val="FFFFFF"/>
                </a:solidFill>
                <a:latin typeface="Arial"/>
                <a:ea typeface="Arial"/>
                <a:cs typeface="Arial"/>
              </a:defRPr>
            </a:lvl5pPr>
            <a:lvl6pPr algn="l">
              <a:defRPr sz="1350" b="0">
                <a:solidFill>
                  <a:srgbClr val="FFFFFF"/>
                </a:solidFill>
                <a:latin typeface="Arial"/>
                <a:ea typeface="Arial"/>
                <a:cs typeface="Arial"/>
              </a:defRPr>
            </a:lvl6pPr>
            <a:lvl7pPr algn="l">
              <a:defRPr sz="1350" b="0">
                <a:solidFill>
                  <a:srgbClr val="FFFFFF"/>
                </a:solidFill>
                <a:latin typeface="Arial"/>
                <a:ea typeface="Arial"/>
                <a:cs typeface="Arial"/>
              </a:defRPr>
            </a:lvl7pPr>
            <a:lvl8pPr algn="l">
              <a:defRPr sz="1350" b="0">
                <a:solidFill>
                  <a:srgbClr val="FFFFFF"/>
                </a:solidFill>
                <a:latin typeface="Arial"/>
                <a:ea typeface="Arial"/>
                <a:cs typeface="Arial"/>
              </a:defRPr>
            </a:lvl8pPr>
            <a:lvl9pPr algn="l">
              <a:defRPr sz="1350" b="0">
                <a:solidFill>
                  <a:srgbClr val="FFFFFF"/>
                </a:solidFill>
                <a:latin typeface="Arial"/>
                <a:ea typeface="Arial"/>
                <a:cs typeface="Arial"/>
              </a:defRPr>
            </a:lvl9pPr>
          </a:lstStyle>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SOLPED, venta y documentos</a:t>
            </a:r>
          </a:p>
        </p:txBody>
      </p:sp>
      <p:sp>
        <p:nvSpPr>
          <p:cNvPr id="7" name="">
            <a:extLst xmlns:a="http://schemas.openxmlformats.org/drawingml/2006/main">
              <a:ext uri="{FF2B5EF4-FFF2-40B4-BE49-F238E27FC236}">
                <a16:creationId xmlns:a16="http://schemas.microsoft.com/office/drawing/2014/main" id="{7E3F7DC9-6A91-4EEC-86FB-805E80580341}"/>
              </a:ext>
            </a:extLst>
          </p:cNvPr>
          <p:cNvSpPr>
            <a:spLocks xmlns:a="http://schemas.openxmlformats.org/drawingml/2006/main" noGrp="1"/>
          </p:cNvSpPr>
          <p:nvPr/>
        </p:nvSpPr>
        <p:spPr>
          <a:xfrm xmlns:a="http://schemas.openxmlformats.org/drawingml/2006/main">
            <a:off x="1028700" y="3619500"/>
            <a:ext cx="85725" cy="85725"/>
          </a:xfrm>
          <a:prstGeom xmlns:a="http://schemas.openxmlformats.org/drawingml/2006/main" prst="ellipse">
            <a:avLst/>
          </a:prstGeom>
          <a:solidFill xmlns:a="http://schemas.openxmlformats.org/drawingml/2006/main">
            <a:srgbClr val="13A88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DAFABC-EEEC-40CA-AE33-A60EE9EFD86D}"/>
              </a:ext>
            </a:extLst>
          </p:cNvPr>
          <p:cNvSpPr>
            <a:spLocks xmlns:a="http://schemas.openxmlformats.org/drawingml/2006/main" noGrp="1"/>
          </p:cNvSpPr>
          <p:nvPr/>
        </p:nvSpPr>
        <p:spPr>
          <a:xfrm xmlns:a="http://schemas.openxmlformats.org/drawingml/2006/main">
            <a:off x="1238250" y="352425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rial"/>
                <a:ea typeface="Arial"/>
                <a:cs typeface="Arial"/>
              </a:defRPr>
            </a:defPPr>
            <a:lvl1pPr algn="l">
              <a:defRPr sz="1350" b="0">
                <a:solidFill>
                  <a:srgbClr val="FFFFFF"/>
                </a:solidFill>
                <a:latin typeface="Arial"/>
                <a:ea typeface="Arial"/>
                <a:cs typeface="Arial"/>
              </a:defRPr>
            </a:lvl1pPr>
            <a:lvl2pPr algn="l">
              <a:defRPr sz="1350" b="0">
                <a:solidFill>
                  <a:srgbClr val="FFFFFF"/>
                </a:solidFill>
                <a:latin typeface="Arial"/>
                <a:ea typeface="Arial"/>
                <a:cs typeface="Arial"/>
              </a:defRPr>
            </a:lvl2pPr>
            <a:lvl3pPr algn="l">
              <a:defRPr sz="1350" b="0">
                <a:solidFill>
                  <a:srgbClr val="FFFFFF"/>
                </a:solidFill>
                <a:latin typeface="Arial"/>
                <a:ea typeface="Arial"/>
                <a:cs typeface="Arial"/>
              </a:defRPr>
            </a:lvl3pPr>
            <a:lvl4pPr algn="l">
              <a:defRPr sz="1350" b="0">
                <a:solidFill>
                  <a:srgbClr val="FFFFFF"/>
                </a:solidFill>
                <a:latin typeface="Arial"/>
                <a:ea typeface="Arial"/>
                <a:cs typeface="Arial"/>
              </a:defRPr>
            </a:lvl4pPr>
            <a:lvl5pPr algn="l">
              <a:defRPr sz="1350" b="0">
                <a:solidFill>
                  <a:srgbClr val="FFFFFF"/>
                </a:solidFill>
                <a:latin typeface="Arial"/>
                <a:ea typeface="Arial"/>
                <a:cs typeface="Arial"/>
              </a:defRPr>
            </a:lvl5pPr>
            <a:lvl6pPr algn="l">
              <a:defRPr sz="1350" b="0">
                <a:solidFill>
                  <a:srgbClr val="FFFFFF"/>
                </a:solidFill>
                <a:latin typeface="Arial"/>
                <a:ea typeface="Arial"/>
                <a:cs typeface="Arial"/>
              </a:defRPr>
            </a:lvl6pPr>
            <a:lvl7pPr algn="l">
              <a:defRPr sz="1350" b="0">
                <a:solidFill>
                  <a:srgbClr val="FFFFFF"/>
                </a:solidFill>
                <a:latin typeface="Arial"/>
                <a:ea typeface="Arial"/>
                <a:cs typeface="Arial"/>
              </a:defRPr>
            </a:lvl7pPr>
            <a:lvl8pPr algn="l">
              <a:defRPr sz="1350" b="0">
                <a:solidFill>
                  <a:srgbClr val="FFFFFF"/>
                </a:solidFill>
                <a:latin typeface="Arial"/>
                <a:ea typeface="Arial"/>
                <a:cs typeface="Arial"/>
              </a:defRPr>
            </a:lvl8pPr>
            <a:lvl9pPr algn="l">
              <a:defRPr sz="1350" b="0">
                <a:solidFill>
                  <a:srgbClr val="FFFFFF"/>
                </a:solidFill>
                <a:latin typeface="Arial"/>
                <a:ea typeface="Arial"/>
                <a:cs typeface="Arial"/>
              </a:defRPr>
            </a:lvl9pPr>
          </a:lstStyle>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Migración SQL y semilla opcional</a:t>
            </a:r>
          </a:p>
        </p:txBody>
      </p:sp>
      <p:sp>
        <p:nvSpPr>
          <p:cNvPr id="9" name="">
            <a:extLst xmlns:a="http://schemas.openxmlformats.org/drawingml/2006/main">
              <a:ext uri="{FF2B5EF4-FFF2-40B4-BE49-F238E27FC236}">
                <a16:creationId xmlns:a16="http://schemas.microsoft.com/office/drawing/2014/main" id="{8427AA5C-DFF9-4B4A-9304-EF466F385E9F}"/>
              </a:ext>
            </a:extLst>
          </p:cNvPr>
          <p:cNvSpPr>
            <a:spLocks xmlns:a="http://schemas.openxmlformats.org/drawingml/2006/main" noGrp="1"/>
          </p:cNvSpPr>
          <p:nvPr/>
        </p:nvSpPr>
        <p:spPr>
          <a:xfrm xmlns:a="http://schemas.openxmlformats.org/drawingml/2006/main">
            <a:off x="1028700" y="4114800"/>
            <a:ext cx="85725" cy="85725"/>
          </a:xfrm>
          <a:prstGeom xmlns:a="http://schemas.openxmlformats.org/drawingml/2006/main" prst="ellipse">
            <a:avLst/>
          </a:prstGeom>
          <a:solidFill xmlns:a="http://schemas.openxmlformats.org/drawingml/2006/main">
            <a:srgbClr val="13A88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B16B704-117E-4A90-A339-CBB927AB4C6B}"/>
              </a:ext>
            </a:extLst>
          </p:cNvPr>
          <p:cNvSpPr>
            <a:spLocks xmlns:a="http://schemas.openxmlformats.org/drawingml/2006/main" noGrp="1"/>
          </p:cNvSpPr>
          <p:nvPr/>
        </p:nvSpPr>
        <p:spPr>
          <a:xfrm xmlns:a="http://schemas.openxmlformats.org/drawingml/2006/main">
            <a:off x="1238250" y="4019550"/>
            <a:ext cx="3981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latin typeface="Arial"/>
                <a:ea typeface="Arial"/>
                <a:cs typeface="Arial"/>
              </a:defRPr>
            </a:defPPr>
            <a:lvl1pPr algn="l">
              <a:defRPr sz="1350" b="0">
                <a:solidFill>
                  <a:srgbClr val="FFFFFF"/>
                </a:solidFill>
                <a:latin typeface="Arial"/>
                <a:ea typeface="Arial"/>
                <a:cs typeface="Arial"/>
              </a:defRPr>
            </a:lvl1pPr>
            <a:lvl2pPr algn="l">
              <a:defRPr sz="1350" b="0">
                <a:solidFill>
                  <a:srgbClr val="FFFFFF"/>
                </a:solidFill>
                <a:latin typeface="Arial"/>
                <a:ea typeface="Arial"/>
                <a:cs typeface="Arial"/>
              </a:defRPr>
            </a:lvl2pPr>
            <a:lvl3pPr algn="l">
              <a:defRPr sz="1350" b="0">
                <a:solidFill>
                  <a:srgbClr val="FFFFFF"/>
                </a:solidFill>
                <a:latin typeface="Arial"/>
                <a:ea typeface="Arial"/>
                <a:cs typeface="Arial"/>
              </a:defRPr>
            </a:lvl3pPr>
            <a:lvl4pPr algn="l">
              <a:defRPr sz="1350" b="0">
                <a:solidFill>
                  <a:srgbClr val="FFFFFF"/>
                </a:solidFill>
                <a:latin typeface="Arial"/>
                <a:ea typeface="Arial"/>
                <a:cs typeface="Arial"/>
              </a:defRPr>
            </a:lvl4pPr>
            <a:lvl5pPr algn="l">
              <a:defRPr sz="1350" b="0">
                <a:solidFill>
                  <a:srgbClr val="FFFFFF"/>
                </a:solidFill>
                <a:latin typeface="Arial"/>
                <a:ea typeface="Arial"/>
                <a:cs typeface="Arial"/>
              </a:defRPr>
            </a:lvl5pPr>
            <a:lvl6pPr algn="l">
              <a:defRPr sz="1350" b="0">
                <a:solidFill>
                  <a:srgbClr val="FFFFFF"/>
                </a:solidFill>
                <a:latin typeface="Arial"/>
                <a:ea typeface="Arial"/>
                <a:cs typeface="Arial"/>
              </a:defRPr>
            </a:lvl6pPr>
            <a:lvl7pPr algn="l">
              <a:defRPr sz="1350" b="0">
                <a:solidFill>
                  <a:srgbClr val="FFFFFF"/>
                </a:solidFill>
                <a:latin typeface="Arial"/>
                <a:ea typeface="Arial"/>
                <a:cs typeface="Arial"/>
              </a:defRPr>
            </a:lvl7pPr>
            <a:lvl8pPr algn="l">
              <a:defRPr sz="1350" b="0">
                <a:solidFill>
                  <a:srgbClr val="FFFFFF"/>
                </a:solidFill>
                <a:latin typeface="Arial"/>
                <a:ea typeface="Arial"/>
                <a:cs typeface="Arial"/>
              </a:defRPr>
            </a:lvl8pPr>
            <a:lvl9pPr algn="l">
              <a:defRPr sz="1350" b="0">
                <a:solidFill>
                  <a:srgbClr val="FFFFFF"/>
                </a:solidFill>
                <a:latin typeface="Arial"/>
                <a:ea typeface="Arial"/>
                <a:cs typeface="Arial"/>
              </a:defRPr>
            </a:lvl9pPr>
          </a:lstStyle>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Análisis Repository y guion</a:t>
            </a:r>
          </a:p>
        </p:txBody>
      </p:sp>
      <p:sp>
        <p:nvSpPr>
          <p:cNvPr id="11" name="">
            <a:extLst xmlns:a="http://schemas.openxmlformats.org/drawingml/2006/main">
              <a:ext uri="{FF2B5EF4-FFF2-40B4-BE49-F238E27FC236}">
                <a16:creationId xmlns:a16="http://schemas.microsoft.com/office/drawing/2014/main" id="{94FAFC45-D91A-4113-A47D-C781E9C204D7}"/>
              </a:ext>
            </a:extLst>
          </p:cNvPr>
          <p:cNvSpPr>
            <a:spLocks xmlns:a="http://schemas.openxmlformats.org/drawingml/2006/main" noGrp="1"/>
          </p:cNvSpPr>
          <p:nvPr/>
        </p:nvSpPr>
        <p:spPr>
          <a:xfrm xmlns:a="http://schemas.openxmlformats.org/drawingml/2006/main">
            <a:off x="6057900" y="2190750"/>
            <a:ext cx="54102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EB05296A-5597-4B72-BDEA-F577BF6181B3}"/>
              </a:ext>
            </a:extLst>
          </p:cNvPr>
          <p:cNvSpPr>
            <a:spLocks xmlns:a="http://schemas.openxmlformats.org/drawingml/2006/main" noGrp="1"/>
          </p:cNvSpPr>
          <p:nvPr/>
        </p:nvSpPr>
        <p:spPr>
          <a:xfrm xmlns:a="http://schemas.openxmlformats.org/drawingml/2006/main">
            <a:off x="6381750" y="24765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58A22"/>
                </a:solidFill>
                <a:latin typeface="Arial"/>
                <a:ea typeface="Arial"/>
                <a:cs typeface="Arial"/>
              </a:defRPr>
            </a:defPPr>
            <a:lvl1pPr algn="l">
              <a:defRPr sz="1650" b="1">
                <a:solidFill>
                  <a:srgbClr val="F58A22"/>
                </a:solidFill>
                <a:latin typeface="Arial"/>
                <a:ea typeface="Arial"/>
                <a:cs typeface="Arial"/>
              </a:defRPr>
            </a:lvl1pPr>
            <a:lvl2pPr algn="l">
              <a:defRPr sz="1650" b="1">
                <a:solidFill>
                  <a:srgbClr val="F58A22"/>
                </a:solidFill>
                <a:latin typeface="Arial"/>
                <a:ea typeface="Arial"/>
                <a:cs typeface="Arial"/>
              </a:defRPr>
            </a:lvl2pPr>
            <a:lvl3pPr algn="l">
              <a:defRPr sz="1650" b="1">
                <a:solidFill>
                  <a:srgbClr val="F58A22"/>
                </a:solidFill>
                <a:latin typeface="Arial"/>
                <a:ea typeface="Arial"/>
                <a:cs typeface="Arial"/>
              </a:defRPr>
            </a:lvl3pPr>
            <a:lvl4pPr algn="l">
              <a:defRPr sz="1650" b="1">
                <a:solidFill>
                  <a:srgbClr val="F58A22"/>
                </a:solidFill>
                <a:latin typeface="Arial"/>
                <a:ea typeface="Arial"/>
                <a:cs typeface="Arial"/>
              </a:defRPr>
            </a:lvl4pPr>
            <a:lvl5pPr algn="l">
              <a:defRPr sz="1650" b="1">
                <a:solidFill>
                  <a:srgbClr val="F58A22"/>
                </a:solidFill>
                <a:latin typeface="Arial"/>
                <a:ea typeface="Arial"/>
                <a:cs typeface="Arial"/>
              </a:defRPr>
            </a:lvl5pPr>
            <a:lvl6pPr algn="l">
              <a:defRPr sz="1650" b="1">
                <a:solidFill>
                  <a:srgbClr val="F58A22"/>
                </a:solidFill>
                <a:latin typeface="Arial"/>
                <a:ea typeface="Arial"/>
                <a:cs typeface="Arial"/>
              </a:defRPr>
            </a:lvl6pPr>
            <a:lvl7pPr algn="l">
              <a:defRPr sz="1650" b="1">
                <a:solidFill>
                  <a:srgbClr val="F58A22"/>
                </a:solidFill>
                <a:latin typeface="Arial"/>
                <a:ea typeface="Arial"/>
                <a:cs typeface="Arial"/>
              </a:defRPr>
            </a:lvl7pPr>
            <a:lvl8pPr algn="l">
              <a:defRPr sz="1650" b="1">
                <a:solidFill>
                  <a:srgbClr val="F58A22"/>
                </a:solidFill>
                <a:latin typeface="Arial"/>
                <a:ea typeface="Arial"/>
                <a:cs typeface="Arial"/>
              </a:defRPr>
            </a:lvl8pPr>
            <a:lvl9pPr algn="l">
              <a:defRPr sz="1650" b="1">
                <a:solidFill>
                  <a:srgbClr val="F58A22"/>
                </a:solidFill>
                <a:latin typeface="Arial"/>
                <a:ea typeface="Arial"/>
                <a:cs typeface="Arial"/>
              </a:defRPr>
            </a:lvl9pPr>
          </a:lstStyle>
          <a:p xmlns:a="http://schemas.openxmlformats.org/drawingml/2006/main">
            <a:pPr algn="l">
              <a:defRPr sz="1650" b="1">
                <a:solidFill>
                  <a:srgbClr val="F58A22"/>
                </a:solidFill>
                <a:latin typeface="Arial"/>
                <a:ea typeface="Arial"/>
                <a:cs typeface="Arial"/>
              </a:defRPr>
            </a:pPr>
            <a:r>
              <a:rPr sz="1650" b="1">
                <a:solidFill>
                  <a:srgbClr val="F58A22"/>
                </a:solidFill>
                <a:latin typeface="Arial"/>
                <a:ea typeface="Arial"/>
                <a:cs typeface="Arial"/>
              </a:rPr>
              <a:t>Antes de presentar</a:t>
            </a:r>
          </a:p>
        </p:txBody>
      </p:sp>
      <p:sp>
        <p:nvSpPr>
          <p:cNvPr id="13" name="">
            <a:extLst xmlns:a="http://schemas.openxmlformats.org/drawingml/2006/main">
              <a:ext uri="{FF2B5EF4-FFF2-40B4-BE49-F238E27FC236}">
                <a16:creationId xmlns:a16="http://schemas.microsoft.com/office/drawing/2014/main" id="{6BB40B38-8FD9-4DD5-A133-12199AE29196}"/>
              </a:ext>
            </a:extLst>
          </p:cNvPr>
          <p:cNvSpPr>
            <a:spLocks xmlns:a="http://schemas.openxmlformats.org/drawingml/2006/main" noGrp="1"/>
          </p:cNvSpPr>
          <p:nvPr/>
        </p:nvSpPr>
        <p:spPr>
          <a:xfrm xmlns:a="http://schemas.openxmlformats.org/drawingml/2006/main">
            <a:off x="6381750" y="312420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E110D79-B4B3-4B9F-8E9A-22C200030038}"/>
              </a:ext>
            </a:extLst>
          </p:cNvPr>
          <p:cNvSpPr>
            <a:spLocks xmlns:a="http://schemas.openxmlformats.org/drawingml/2006/main" noGrp="1"/>
          </p:cNvSpPr>
          <p:nvPr/>
        </p:nvSpPr>
        <p:spPr>
          <a:xfrm xmlns:a="http://schemas.openxmlformats.org/drawingml/2006/main">
            <a:off x="6591300" y="3028950"/>
            <a:ext cx="4552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Ejecutar semana10_ventas.sql en Azure</a:t>
            </a:r>
          </a:p>
        </p:txBody>
      </p:sp>
      <p:sp>
        <p:nvSpPr>
          <p:cNvPr id="15" name="">
            <a:extLst xmlns:a="http://schemas.openxmlformats.org/drawingml/2006/main">
              <a:ext uri="{FF2B5EF4-FFF2-40B4-BE49-F238E27FC236}">
                <a16:creationId xmlns:a16="http://schemas.microsoft.com/office/drawing/2014/main" id="{AF382135-EFC4-4EC4-A3E4-D7FDE93D5CDD}"/>
              </a:ext>
            </a:extLst>
          </p:cNvPr>
          <p:cNvSpPr>
            <a:spLocks xmlns:a="http://schemas.openxmlformats.org/drawingml/2006/main" noGrp="1"/>
          </p:cNvSpPr>
          <p:nvPr/>
        </p:nvSpPr>
        <p:spPr>
          <a:xfrm xmlns:a="http://schemas.openxmlformats.org/drawingml/2006/main">
            <a:off x="6381750" y="361950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A8D0EF3-3688-4639-A4E2-02FBA2677690}"/>
              </a:ext>
            </a:extLst>
          </p:cNvPr>
          <p:cNvSpPr>
            <a:spLocks xmlns:a="http://schemas.openxmlformats.org/drawingml/2006/main" noGrp="1"/>
          </p:cNvSpPr>
          <p:nvPr/>
        </p:nvSpPr>
        <p:spPr>
          <a:xfrm xmlns:a="http://schemas.openxmlformats.org/drawingml/2006/main">
            <a:off x="6591300" y="3524250"/>
            <a:ext cx="4552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Desplegar el WAR con DB_PASSWORD configurada</a:t>
            </a:r>
          </a:p>
        </p:txBody>
      </p:sp>
      <p:sp>
        <p:nvSpPr>
          <p:cNvPr id="17" name="">
            <a:extLst xmlns:a="http://schemas.openxmlformats.org/drawingml/2006/main">
              <a:ext uri="{FF2B5EF4-FFF2-40B4-BE49-F238E27FC236}">
                <a16:creationId xmlns:a16="http://schemas.microsoft.com/office/drawing/2014/main" id="{23438ACA-8419-4715-AEFC-E7A41718A606}"/>
              </a:ext>
            </a:extLst>
          </p:cNvPr>
          <p:cNvSpPr>
            <a:spLocks xmlns:a="http://schemas.openxmlformats.org/drawingml/2006/main" noGrp="1"/>
          </p:cNvSpPr>
          <p:nvPr/>
        </p:nvSpPr>
        <p:spPr>
          <a:xfrm xmlns:a="http://schemas.openxmlformats.org/drawingml/2006/main">
            <a:off x="6381750" y="4114800"/>
            <a:ext cx="85725" cy="85725"/>
          </a:xfrm>
          <a:prstGeom xmlns:a="http://schemas.openxmlformats.org/drawingml/2006/main" prst="ellipse">
            <a:avLst/>
          </a:prstGeom>
          <a:solidFill xmlns:a="http://schemas.openxmlformats.org/drawingml/2006/main">
            <a:srgbClr val="F58A2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D097EEB-341F-4A8D-AEDC-B2420E0FE307}"/>
              </a:ext>
            </a:extLst>
          </p:cNvPr>
          <p:cNvSpPr>
            <a:spLocks xmlns:a="http://schemas.openxmlformats.org/drawingml/2006/main" noGrp="1"/>
          </p:cNvSpPr>
          <p:nvPr/>
        </p:nvSpPr>
        <p:spPr>
          <a:xfrm xmlns:a="http://schemas.openxmlformats.org/drawingml/2006/main">
            <a:off x="6591300" y="4019550"/>
            <a:ext cx="4552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5213C"/>
                </a:solidFill>
                <a:latin typeface="Arial"/>
                <a:ea typeface="Arial"/>
                <a:cs typeface="Arial"/>
              </a:defRPr>
            </a:defPPr>
            <a:lvl1pPr algn="l">
              <a:defRPr sz="1275" b="0">
                <a:solidFill>
                  <a:srgbClr val="15213C"/>
                </a:solidFill>
                <a:latin typeface="Arial"/>
                <a:ea typeface="Arial"/>
                <a:cs typeface="Arial"/>
              </a:defRPr>
            </a:lvl1pPr>
            <a:lvl2pPr algn="l">
              <a:defRPr sz="1275" b="0">
                <a:solidFill>
                  <a:srgbClr val="15213C"/>
                </a:solidFill>
                <a:latin typeface="Arial"/>
                <a:ea typeface="Arial"/>
                <a:cs typeface="Arial"/>
              </a:defRPr>
            </a:lvl2pPr>
            <a:lvl3pPr algn="l">
              <a:defRPr sz="1275" b="0">
                <a:solidFill>
                  <a:srgbClr val="15213C"/>
                </a:solidFill>
                <a:latin typeface="Arial"/>
                <a:ea typeface="Arial"/>
                <a:cs typeface="Arial"/>
              </a:defRPr>
            </a:lvl3pPr>
            <a:lvl4pPr algn="l">
              <a:defRPr sz="1275" b="0">
                <a:solidFill>
                  <a:srgbClr val="15213C"/>
                </a:solidFill>
                <a:latin typeface="Arial"/>
                <a:ea typeface="Arial"/>
                <a:cs typeface="Arial"/>
              </a:defRPr>
            </a:lvl4pPr>
            <a:lvl5pPr algn="l">
              <a:defRPr sz="1275" b="0">
                <a:solidFill>
                  <a:srgbClr val="15213C"/>
                </a:solidFill>
                <a:latin typeface="Arial"/>
                <a:ea typeface="Arial"/>
                <a:cs typeface="Arial"/>
              </a:defRPr>
            </a:lvl5pPr>
            <a:lvl6pPr algn="l">
              <a:defRPr sz="1275" b="0">
                <a:solidFill>
                  <a:srgbClr val="15213C"/>
                </a:solidFill>
                <a:latin typeface="Arial"/>
                <a:ea typeface="Arial"/>
                <a:cs typeface="Arial"/>
              </a:defRPr>
            </a:lvl6pPr>
            <a:lvl7pPr algn="l">
              <a:defRPr sz="1275" b="0">
                <a:solidFill>
                  <a:srgbClr val="15213C"/>
                </a:solidFill>
                <a:latin typeface="Arial"/>
                <a:ea typeface="Arial"/>
                <a:cs typeface="Arial"/>
              </a:defRPr>
            </a:lvl7pPr>
            <a:lvl8pPr algn="l">
              <a:defRPr sz="1275" b="0">
                <a:solidFill>
                  <a:srgbClr val="15213C"/>
                </a:solidFill>
                <a:latin typeface="Arial"/>
                <a:ea typeface="Arial"/>
                <a:cs typeface="Arial"/>
              </a:defRPr>
            </a:lvl8pPr>
            <a:lvl9pPr algn="l">
              <a:defRPr sz="1275" b="0">
                <a:solidFill>
                  <a:srgbClr val="15213C"/>
                </a:solidFill>
                <a:latin typeface="Arial"/>
                <a:ea typeface="Arial"/>
                <a:cs typeface="Arial"/>
              </a:defRPr>
            </a:lvl9pPr>
          </a:lstStyle>
          <a:p xmlns:a="http://schemas.openxmlformats.org/drawingml/2006/main">
            <a:pPr algn="l">
              <a:defRPr sz="1275" b="0">
                <a:solidFill>
                  <a:srgbClr val="15213C"/>
                </a:solidFill>
                <a:latin typeface="Arial"/>
                <a:ea typeface="Arial"/>
                <a:cs typeface="Arial"/>
              </a:defRPr>
            </a:pPr>
            <a:r>
              <a:rPr sz="1275" b="0">
                <a:solidFill>
                  <a:srgbClr val="15213C"/>
                </a:solidFill>
                <a:latin typeface="Arial"/>
                <a:ea typeface="Arial"/>
                <a:cs typeface="Arial"/>
              </a:rPr>
              <a:t>Repetir el recorrido con datos de prueba</a:t>
            </a:r>
          </a:p>
        </p:txBody>
      </p:sp>
      <p:sp>
        <p:nvSpPr>
          <p:cNvPr id="19" name="">
            <a:extLst xmlns:a="http://schemas.openxmlformats.org/drawingml/2006/main">
              <a:ext uri="{FF2B5EF4-FFF2-40B4-BE49-F238E27FC236}">
                <a16:creationId xmlns:a16="http://schemas.microsoft.com/office/drawing/2014/main" id="{32B3A8BE-E995-4138-986C-4156A01DCA40}"/>
              </a:ext>
            </a:extLst>
          </p:cNvPr>
          <p:cNvSpPr>
            <a:spLocks xmlns:a="http://schemas.openxmlformats.org/drawingml/2006/main" noGrp="1"/>
          </p:cNvSpPr>
          <p:nvPr/>
        </p:nvSpPr>
        <p:spPr>
          <a:xfrm xmlns:a="http://schemas.openxmlformats.org/drawingml/2006/main">
            <a:off x="857250" y="5095875"/>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FFFFF"/>
                </a:solidFill>
                <a:latin typeface="Arial"/>
                <a:ea typeface="Arial"/>
                <a:cs typeface="Arial"/>
              </a:defRPr>
            </a:defPPr>
            <a:lvl1pPr algn="ctr">
              <a:defRPr sz="1650" b="1">
                <a:solidFill>
                  <a:srgbClr val="FFFFFF"/>
                </a:solidFill>
                <a:latin typeface="Arial"/>
                <a:ea typeface="Arial"/>
                <a:cs typeface="Arial"/>
              </a:defRPr>
            </a:lvl1pPr>
            <a:lvl2pPr algn="ctr">
              <a:defRPr sz="1650" b="1">
                <a:solidFill>
                  <a:srgbClr val="FFFFFF"/>
                </a:solidFill>
                <a:latin typeface="Arial"/>
                <a:ea typeface="Arial"/>
                <a:cs typeface="Arial"/>
              </a:defRPr>
            </a:lvl2pPr>
            <a:lvl3pPr algn="ctr">
              <a:defRPr sz="1650" b="1">
                <a:solidFill>
                  <a:srgbClr val="FFFFFF"/>
                </a:solidFill>
                <a:latin typeface="Arial"/>
                <a:ea typeface="Arial"/>
                <a:cs typeface="Arial"/>
              </a:defRPr>
            </a:lvl3pPr>
            <a:lvl4pPr algn="ctr">
              <a:defRPr sz="1650" b="1">
                <a:solidFill>
                  <a:srgbClr val="FFFFFF"/>
                </a:solidFill>
                <a:latin typeface="Arial"/>
                <a:ea typeface="Arial"/>
                <a:cs typeface="Arial"/>
              </a:defRPr>
            </a:lvl4pPr>
            <a:lvl5pPr algn="ctr">
              <a:defRPr sz="1650" b="1">
                <a:solidFill>
                  <a:srgbClr val="FFFFFF"/>
                </a:solidFill>
                <a:latin typeface="Arial"/>
                <a:ea typeface="Arial"/>
                <a:cs typeface="Arial"/>
              </a:defRPr>
            </a:lvl5pPr>
            <a:lvl6pPr algn="ctr">
              <a:defRPr sz="1650" b="1">
                <a:solidFill>
                  <a:srgbClr val="FFFFFF"/>
                </a:solidFill>
                <a:latin typeface="Arial"/>
                <a:ea typeface="Arial"/>
                <a:cs typeface="Arial"/>
              </a:defRPr>
            </a:lvl6pPr>
            <a:lvl7pPr algn="ctr">
              <a:defRPr sz="1650" b="1">
                <a:solidFill>
                  <a:srgbClr val="FFFFFF"/>
                </a:solidFill>
                <a:latin typeface="Arial"/>
                <a:ea typeface="Arial"/>
                <a:cs typeface="Arial"/>
              </a:defRPr>
            </a:lvl7pPr>
            <a:lvl8pPr algn="ctr">
              <a:defRPr sz="1650" b="1">
                <a:solidFill>
                  <a:srgbClr val="FFFFFF"/>
                </a:solidFill>
                <a:latin typeface="Arial"/>
                <a:ea typeface="Arial"/>
                <a:cs typeface="Arial"/>
              </a:defRPr>
            </a:lvl8pPr>
            <a:lvl9pPr algn="ctr">
              <a:defRPr sz="1650" b="1">
                <a:solidFill>
                  <a:srgbClr val="FFFFFF"/>
                </a:solidFill>
                <a:latin typeface="Arial"/>
                <a:ea typeface="Arial"/>
                <a:cs typeface="Arial"/>
              </a:defRPr>
            </a:lvl9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Siguiente según la hoja: semana 11 · reportes con ECharts y exportación a Excel.</a:t>
            </a:r>
          </a:p>
        </p:txBody>
      </p:sp>
      <p:sp>
        <p:nvSpPr>
          <p:cNvPr id="20" name="">
            <a:extLst xmlns:a="http://schemas.openxmlformats.org/drawingml/2006/main">
              <a:ext uri="{FF2B5EF4-FFF2-40B4-BE49-F238E27FC236}">
                <a16:creationId xmlns:a16="http://schemas.microsoft.com/office/drawing/2014/main" id="{0F5B4BF8-E7A2-43AC-9152-E30A2711DC93}"/>
              </a:ext>
            </a:extLst>
          </p:cNvPr>
          <p:cNvSpPr>
            <a:spLocks xmlns:a="http://schemas.openxmlformats.org/drawingml/2006/main" noGrp="1"/>
          </p:cNvSpPr>
          <p:nvPr/>
        </p:nvSpPr>
        <p:spPr>
          <a:xfrm xmlns:a="http://schemas.openxmlformats.org/drawingml/2006/main">
            <a:off x="857250" y="58102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B7C2DD"/>
                </a:solidFill>
                <a:latin typeface="Arial"/>
                <a:ea typeface="Arial"/>
                <a:cs typeface="Arial"/>
              </a:defRPr>
            </a:defPPr>
            <a:lvl1pPr algn="ctr">
              <a:defRPr sz="1200" b="0">
                <a:solidFill>
                  <a:srgbClr val="B7C2DD"/>
                </a:solidFill>
                <a:latin typeface="Arial"/>
                <a:ea typeface="Arial"/>
                <a:cs typeface="Arial"/>
              </a:defRPr>
            </a:lvl1pPr>
            <a:lvl2pPr algn="ctr">
              <a:defRPr sz="1200" b="0">
                <a:solidFill>
                  <a:srgbClr val="B7C2DD"/>
                </a:solidFill>
                <a:latin typeface="Arial"/>
                <a:ea typeface="Arial"/>
                <a:cs typeface="Arial"/>
              </a:defRPr>
            </a:lvl2pPr>
            <a:lvl3pPr algn="ctr">
              <a:defRPr sz="1200" b="0">
                <a:solidFill>
                  <a:srgbClr val="B7C2DD"/>
                </a:solidFill>
                <a:latin typeface="Arial"/>
                <a:ea typeface="Arial"/>
                <a:cs typeface="Arial"/>
              </a:defRPr>
            </a:lvl3pPr>
            <a:lvl4pPr algn="ctr">
              <a:defRPr sz="1200" b="0">
                <a:solidFill>
                  <a:srgbClr val="B7C2DD"/>
                </a:solidFill>
                <a:latin typeface="Arial"/>
                <a:ea typeface="Arial"/>
                <a:cs typeface="Arial"/>
              </a:defRPr>
            </a:lvl4pPr>
            <a:lvl5pPr algn="ctr">
              <a:defRPr sz="1200" b="0">
                <a:solidFill>
                  <a:srgbClr val="B7C2DD"/>
                </a:solidFill>
                <a:latin typeface="Arial"/>
                <a:ea typeface="Arial"/>
                <a:cs typeface="Arial"/>
              </a:defRPr>
            </a:lvl5pPr>
            <a:lvl6pPr algn="ctr">
              <a:defRPr sz="1200" b="0">
                <a:solidFill>
                  <a:srgbClr val="B7C2DD"/>
                </a:solidFill>
                <a:latin typeface="Arial"/>
                <a:ea typeface="Arial"/>
                <a:cs typeface="Arial"/>
              </a:defRPr>
            </a:lvl6pPr>
            <a:lvl7pPr algn="ctr">
              <a:defRPr sz="1200" b="0">
                <a:solidFill>
                  <a:srgbClr val="B7C2DD"/>
                </a:solidFill>
                <a:latin typeface="Arial"/>
                <a:ea typeface="Arial"/>
                <a:cs typeface="Arial"/>
              </a:defRPr>
            </a:lvl7pPr>
            <a:lvl8pPr algn="ctr">
              <a:defRPr sz="1200" b="0">
                <a:solidFill>
                  <a:srgbClr val="B7C2DD"/>
                </a:solidFill>
                <a:latin typeface="Arial"/>
                <a:ea typeface="Arial"/>
                <a:cs typeface="Arial"/>
              </a:defRPr>
            </a:lvl8pPr>
            <a:lvl9pPr algn="ctr">
              <a:defRPr sz="1200" b="0">
                <a:solidFill>
                  <a:srgbClr val="B7C2DD"/>
                </a:solidFill>
                <a:latin typeface="Arial"/>
                <a:ea typeface="Arial"/>
                <a:cs typeface="Arial"/>
              </a:defRPr>
            </a:lvl9pPr>
          </a:lstStyle>
          <a:p xmlns:a="http://schemas.openxmlformats.org/drawingml/2006/main">
            <a:pPr algn="ctr">
              <a:defRPr sz="1200" b="0">
                <a:solidFill>
                  <a:srgbClr val="B7C2DD"/>
                </a:solidFill>
                <a:latin typeface="Arial"/>
                <a:ea typeface="Arial"/>
                <a:cs typeface="Arial"/>
              </a:defRPr>
            </a:pPr>
            <a:r>
              <a:rPr sz="1200" b="0">
                <a:solidFill>
                  <a:srgbClr val="B7C2DD"/>
                </a:solidFill>
                <a:latin typeface="Arial"/>
                <a:ea typeface="Arial"/>
                <a:cs typeface="Arial"/>
              </a:rPr>
              <a:t>El rediseño global de la interfaz queda para después de la revisión de semana 10.</a:t>
            </a:r>
          </a:p>
        </p:txBody>
      </p:sp>
    </p:spTree>
    <p:extLst>
      <p:ext uri="{BB962C8B-B14F-4D97-AF65-F5344CB8AC3E}">
        <p14:creationId xmlns:p14="http://schemas.microsoft.com/office/powerpoint/2010/main" val="3038183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2026-10-20T21:13:09.4430000Z</dcterms:created>
  <dcterms:modified xsi:type="dcterms:W3CDTF">2026-10-20T21:13:09.4430000Z</dcterms:modified>
</coreProperties>
</file>